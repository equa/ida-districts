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164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B978F54-9D81-49A3-856D-0D6077C0F2EC}"/>
              </a:ext>
            </a:extLst>
          </p:cNvPr>
          <p:cNvCxnSpPr>
            <a:cxnSpLocks/>
          </p:cNvCxnSpPr>
          <p:nvPr/>
        </p:nvCxnSpPr>
        <p:spPr>
          <a:xfrm>
            <a:off x="325069" y="2390613"/>
            <a:ext cx="1858254" cy="0"/>
          </a:xfrm>
          <a:prstGeom prst="line">
            <a:avLst/>
          </a:prstGeom>
          <a:ln w="2540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D0740AA4-5496-4ED4-B6F8-CC515D2A8987}"/>
              </a:ext>
            </a:extLst>
          </p:cNvPr>
          <p:cNvSpPr txBox="1"/>
          <p:nvPr/>
        </p:nvSpPr>
        <p:spPr>
          <a:xfrm>
            <a:off x="2920066" y="1843950"/>
            <a:ext cx="3303865" cy="31700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AT" sz="20000" b="1" dirty="0">
                <a:solidFill>
                  <a:schemeClr val="accent1"/>
                </a:solidFill>
              </a:rPr>
              <a:t>HP</a:t>
            </a:r>
            <a:endParaRPr lang="en-US" sz="20000" b="1" dirty="0">
              <a:solidFill>
                <a:schemeClr val="accent1"/>
              </a:solidFill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0F947A2-CAE2-49EA-8784-33FF64CC2B5F}"/>
              </a:ext>
            </a:extLst>
          </p:cNvPr>
          <p:cNvCxnSpPr>
            <a:cxnSpLocks/>
          </p:cNvCxnSpPr>
          <p:nvPr/>
        </p:nvCxnSpPr>
        <p:spPr>
          <a:xfrm>
            <a:off x="325069" y="4464803"/>
            <a:ext cx="1843150" cy="0"/>
          </a:xfrm>
          <a:prstGeom prst="line">
            <a:avLst/>
          </a:prstGeom>
          <a:ln w="2540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llipse 1">
            <a:extLst>
              <a:ext uri="{FF2B5EF4-FFF2-40B4-BE49-F238E27FC236}">
                <a16:creationId xmlns:a16="http://schemas.microsoft.com/office/drawing/2014/main" id="{AC41D3A0-9385-48FD-8DA6-F6820D2A050A}"/>
              </a:ext>
            </a:extLst>
          </p:cNvPr>
          <p:cNvSpPr/>
          <p:nvPr/>
        </p:nvSpPr>
        <p:spPr>
          <a:xfrm>
            <a:off x="1998494" y="855495"/>
            <a:ext cx="5147012" cy="5147012"/>
          </a:xfrm>
          <a:prstGeom prst="ellipse">
            <a:avLst/>
          </a:prstGeom>
          <a:noFill/>
          <a:ln w="254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873B942-1D6D-493E-B4C4-FDD022703B25}"/>
              </a:ext>
            </a:extLst>
          </p:cNvPr>
          <p:cNvSpPr/>
          <p:nvPr/>
        </p:nvSpPr>
        <p:spPr>
          <a:xfrm>
            <a:off x="2549907" y="1406908"/>
            <a:ext cx="4044185" cy="4044185"/>
          </a:xfrm>
          <a:prstGeom prst="ellipse">
            <a:avLst/>
          </a:prstGeom>
          <a:noFill/>
          <a:ln w="254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</Words>
  <Application>Microsoft Office PowerPoint</Application>
  <PresentationFormat>Bildschirmpräsentation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32</cp:revision>
  <dcterms:created xsi:type="dcterms:W3CDTF">2021-07-05T08:13:43Z</dcterms:created>
  <dcterms:modified xsi:type="dcterms:W3CDTF">2021-08-26T06:40:18Z</dcterms:modified>
</cp:coreProperties>
</file>