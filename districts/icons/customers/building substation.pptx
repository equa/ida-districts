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100" d="100"/>
          <a:sy n="100" d="100"/>
        </p:scale>
        <p:origin x="1134" y="3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0F947A2-CAE2-49EA-8784-33FF64CC2B5F}"/>
              </a:ext>
            </a:extLst>
          </p:cNvPr>
          <p:cNvCxnSpPr>
            <a:cxnSpLocks/>
          </p:cNvCxnSpPr>
          <p:nvPr/>
        </p:nvCxnSpPr>
        <p:spPr>
          <a:xfrm>
            <a:off x="309966" y="5282903"/>
            <a:ext cx="2666597" cy="0"/>
          </a:xfrm>
          <a:prstGeom prst="line">
            <a:avLst/>
          </a:prstGeom>
          <a:ln w="254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AC41D3A0-9385-48FD-8DA6-F6820D2A050A}"/>
              </a:ext>
            </a:extLst>
          </p:cNvPr>
          <p:cNvSpPr/>
          <p:nvPr/>
        </p:nvSpPr>
        <p:spPr>
          <a:xfrm>
            <a:off x="2562977" y="1759205"/>
            <a:ext cx="4351422" cy="4351422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3062287" y="2271072"/>
            <a:ext cx="3352802" cy="3327688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B978F54-9D81-49A3-856D-0D6077C0F2EC}"/>
              </a:ext>
            </a:extLst>
          </p:cNvPr>
          <p:cNvCxnSpPr>
            <a:cxnSpLocks/>
          </p:cNvCxnSpPr>
          <p:nvPr/>
        </p:nvCxnSpPr>
        <p:spPr>
          <a:xfrm>
            <a:off x="309966" y="2685081"/>
            <a:ext cx="2609447" cy="0"/>
          </a:xfrm>
          <a:prstGeom prst="line">
            <a:avLst/>
          </a:prstGeom>
          <a:ln w="254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5D8FC5D1-8E85-AEC3-A74B-1209C7647E14}"/>
              </a:ext>
            </a:extLst>
          </p:cNvPr>
          <p:cNvSpPr/>
          <p:nvPr/>
        </p:nvSpPr>
        <p:spPr>
          <a:xfrm>
            <a:off x="1799439" y="1590674"/>
            <a:ext cx="5641596" cy="4688485"/>
          </a:xfrm>
          <a:prstGeom prst="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7F2AA63-BED1-2C39-798B-987CA81A72E5}"/>
              </a:ext>
            </a:extLst>
          </p:cNvPr>
          <p:cNvCxnSpPr/>
          <p:nvPr/>
        </p:nvCxnSpPr>
        <p:spPr>
          <a:xfrm flipV="1">
            <a:off x="1528763" y="323847"/>
            <a:ext cx="3209925" cy="1357313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7A5B02EE-466C-5A50-8FA3-0D91F1250F91}"/>
              </a:ext>
            </a:extLst>
          </p:cNvPr>
          <p:cNvCxnSpPr>
            <a:cxnSpLocks/>
          </p:cNvCxnSpPr>
          <p:nvPr/>
        </p:nvCxnSpPr>
        <p:spPr>
          <a:xfrm>
            <a:off x="4695825" y="323847"/>
            <a:ext cx="3001094" cy="1309819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30</cp:revision>
  <dcterms:created xsi:type="dcterms:W3CDTF">2021-07-05T08:13:43Z</dcterms:created>
  <dcterms:modified xsi:type="dcterms:W3CDTF">2025-07-10T13:40:01Z</dcterms:modified>
</cp:coreProperties>
</file>