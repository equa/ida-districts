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309966" y="2685081"/>
            <a:ext cx="1759058" cy="0"/>
          </a:xfrm>
          <a:prstGeom prst="line">
            <a:avLst/>
          </a:prstGeom>
          <a:ln w="254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0F947A2-CAE2-49EA-8784-33FF64CC2B5F}"/>
              </a:ext>
            </a:extLst>
          </p:cNvPr>
          <p:cNvCxnSpPr>
            <a:cxnSpLocks/>
          </p:cNvCxnSpPr>
          <p:nvPr/>
        </p:nvCxnSpPr>
        <p:spPr>
          <a:xfrm>
            <a:off x="340175" y="4116091"/>
            <a:ext cx="1728849" cy="0"/>
          </a:xfrm>
          <a:prstGeom prst="line">
            <a:avLst/>
          </a:prstGeom>
          <a:ln w="254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4"/>
            <a:ext cx="5147012" cy="5147012"/>
          </a:xfrm>
          <a:prstGeom prst="ellipse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30</cp:revision>
  <dcterms:created xsi:type="dcterms:W3CDTF">2021-07-05T08:13:43Z</dcterms:created>
  <dcterms:modified xsi:type="dcterms:W3CDTF">2021-08-26T05:39:44Z</dcterms:modified>
</cp:coreProperties>
</file>