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412817D-B75D-B90D-7187-C0E56472C4F1}"/>
              </a:ext>
            </a:extLst>
          </p:cNvPr>
          <p:cNvGrpSpPr/>
          <p:nvPr/>
        </p:nvGrpSpPr>
        <p:grpSpPr>
          <a:xfrm>
            <a:off x="3212983" y="1376837"/>
            <a:ext cx="4985918" cy="3737346"/>
            <a:chOff x="831847" y="333375"/>
            <a:chExt cx="7569203" cy="567372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7563BAF-F9AE-433D-8261-73602FD757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847" y="733424"/>
              <a:ext cx="7569202" cy="5273676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1A47B220-CA50-44DD-B3B9-70118C75A3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850" y="730250"/>
              <a:ext cx="0" cy="5276850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DBEE52AF-3222-42BF-A840-F9B23CC0C394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9" y="736600"/>
              <a:ext cx="7569199" cy="5270500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3FE4A28A-7DC4-4A84-BFEC-AF35973242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1050" y="730250"/>
              <a:ext cx="0" cy="5276850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9A456D75-A769-4A24-B701-38273701F5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2800" y="333375"/>
              <a:ext cx="0" cy="3043239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998F7F29-2AA7-4B54-9656-9627FEFC0A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6150" y="343694"/>
              <a:ext cx="2247900" cy="0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D6996C68-4861-D929-510E-0C41C62FA50A}"/>
              </a:ext>
            </a:extLst>
          </p:cNvPr>
          <p:cNvCxnSpPr>
            <a:cxnSpLocks/>
          </p:cNvCxnSpPr>
          <p:nvPr/>
        </p:nvCxnSpPr>
        <p:spPr>
          <a:xfrm flipH="1">
            <a:off x="0" y="3399639"/>
            <a:ext cx="3212983" cy="0"/>
          </a:xfrm>
          <a:prstGeom prst="line">
            <a:avLst/>
          </a:prstGeom>
          <a:ln w="1016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6</cp:revision>
  <dcterms:created xsi:type="dcterms:W3CDTF">2021-07-05T08:13:43Z</dcterms:created>
  <dcterms:modified xsi:type="dcterms:W3CDTF">2022-09-27T13:56:25Z</dcterms:modified>
</cp:coreProperties>
</file>