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6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978F54-9D81-49A3-856D-0D6077C0F2EC}"/>
              </a:ext>
            </a:extLst>
          </p:cNvPr>
          <p:cNvCxnSpPr>
            <a:cxnSpLocks/>
          </p:cNvCxnSpPr>
          <p:nvPr/>
        </p:nvCxnSpPr>
        <p:spPr>
          <a:xfrm>
            <a:off x="325069" y="2390613"/>
            <a:ext cx="1858254" cy="0"/>
          </a:xfrm>
          <a:prstGeom prst="line">
            <a:avLst/>
          </a:prstGeom>
          <a:ln w="254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D0740AA4-5496-4ED4-B6F8-CC515D2A8987}"/>
              </a:ext>
            </a:extLst>
          </p:cNvPr>
          <p:cNvSpPr txBox="1"/>
          <p:nvPr/>
        </p:nvSpPr>
        <p:spPr>
          <a:xfrm>
            <a:off x="2983997" y="1843949"/>
            <a:ext cx="3176004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AT" sz="20000" b="1" dirty="0">
                <a:solidFill>
                  <a:srgbClr val="FF0000"/>
                </a:solidFill>
              </a:rPr>
              <a:t>HP</a:t>
            </a:r>
            <a:endParaRPr lang="en-US" sz="20000" b="1" dirty="0">
              <a:solidFill>
                <a:srgbClr val="FF0000"/>
              </a:solidFill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0F947A2-CAE2-49EA-8784-33FF64CC2B5F}"/>
              </a:ext>
            </a:extLst>
          </p:cNvPr>
          <p:cNvCxnSpPr>
            <a:cxnSpLocks/>
          </p:cNvCxnSpPr>
          <p:nvPr/>
        </p:nvCxnSpPr>
        <p:spPr>
          <a:xfrm>
            <a:off x="340173" y="4460928"/>
            <a:ext cx="1843150" cy="0"/>
          </a:xfrm>
          <a:prstGeom prst="line">
            <a:avLst/>
          </a:prstGeom>
          <a:ln w="2540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4"/>
            <a:ext cx="5147012" cy="514701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Office PowerPoint</Application>
  <PresentationFormat>Bildschirmpräsentation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31</cp:revision>
  <dcterms:created xsi:type="dcterms:W3CDTF">2021-07-05T08:13:43Z</dcterms:created>
  <dcterms:modified xsi:type="dcterms:W3CDTF">2021-08-26T06:39:17Z</dcterms:modified>
</cp:coreProperties>
</file>