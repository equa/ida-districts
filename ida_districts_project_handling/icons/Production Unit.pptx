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97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powerplant-vector-imag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rafik 124">
            <a:extLst>
              <a:ext uri="{FF2B5EF4-FFF2-40B4-BE49-F238E27FC236}">
                <a16:creationId xmlns:a16="http://schemas.microsoft.com/office/drawing/2014/main" id="{C01DAB81-EE33-4E60-8B0B-AEED72AA71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004" r="10680" b="24272"/>
          <a:stretch/>
        </p:blipFill>
        <p:spPr>
          <a:xfrm>
            <a:off x="1948840" y="723153"/>
            <a:ext cx="5580672" cy="5686719"/>
          </a:xfrm>
          <a:prstGeom prst="rect">
            <a:avLst/>
          </a:prstGeom>
        </p:spPr>
      </p:pic>
      <p:sp>
        <p:nvSpPr>
          <p:cNvPr id="72" name="Rechteck 71">
            <a:extLst>
              <a:ext uri="{FF2B5EF4-FFF2-40B4-BE49-F238E27FC236}">
                <a16:creationId xmlns:a16="http://schemas.microsoft.com/office/drawing/2014/main" id="{9C990E31-EE13-4126-A428-60DCCFE924A8}"/>
              </a:ext>
            </a:extLst>
          </p:cNvPr>
          <p:cNvSpPr/>
          <p:nvPr/>
        </p:nvSpPr>
        <p:spPr>
          <a:xfrm>
            <a:off x="1740242" y="180975"/>
            <a:ext cx="6608421" cy="6496049"/>
          </a:xfrm>
          <a:prstGeom prst="rect">
            <a:avLst/>
          </a:prstGeom>
          <a:noFill/>
          <a:ln w="317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20</cp:revision>
  <dcterms:created xsi:type="dcterms:W3CDTF">2021-07-05T08:13:43Z</dcterms:created>
  <dcterms:modified xsi:type="dcterms:W3CDTF">2021-07-05T13:22:51Z</dcterms:modified>
</cp:coreProperties>
</file>