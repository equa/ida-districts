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75" d="100"/>
          <a:sy n="75" d="100"/>
        </p:scale>
        <p:origin x="1854" y="8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BEACBE3-BCFA-80BD-A447-8767C05BDAC8}"/>
              </a:ext>
            </a:extLst>
          </p:cNvPr>
          <p:cNvCxnSpPr>
            <a:cxnSpLocks/>
          </p:cNvCxnSpPr>
          <p:nvPr/>
        </p:nvCxnSpPr>
        <p:spPr>
          <a:xfrm>
            <a:off x="247896" y="5763936"/>
            <a:ext cx="4086469" cy="0"/>
          </a:xfrm>
          <a:prstGeom prst="line">
            <a:avLst/>
          </a:prstGeom>
          <a:ln w="254000">
            <a:solidFill>
              <a:srgbClr val="0070C0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2CCE0D1-241D-5845-E9AC-7B9C50D67A7B}"/>
              </a:ext>
            </a:extLst>
          </p:cNvPr>
          <p:cNvCxnSpPr>
            <a:cxnSpLocks/>
          </p:cNvCxnSpPr>
          <p:nvPr/>
        </p:nvCxnSpPr>
        <p:spPr>
          <a:xfrm>
            <a:off x="4391637" y="949140"/>
            <a:ext cx="4060271" cy="0"/>
          </a:xfrm>
          <a:prstGeom prst="line">
            <a:avLst/>
          </a:prstGeom>
          <a:ln w="254000">
            <a:solidFill>
              <a:srgbClr val="FF000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9623793-DDE9-9390-8145-67F034527031}"/>
              </a:ext>
            </a:extLst>
          </p:cNvPr>
          <p:cNvCxnSpPr>
            <a:cxnSpLocks/>
          </p:cNvCxnSpPr>
          <p:nvPr/>
        </p:nvCxnSpPr>
        <p:spPr>
          <a:xfrm flipV="1">
            <a:off x="4391637" y="949140"/>
            <a:ext cx="0" cy="4696010"/>
          </a:xfrm>
          <a:prstGeom prst="line">
            <a:avLst/>
          </a:prstGeom>
          <a:ln w="254000">
            <a:solidFill>
              <a:srgbClr val="FF0000"/>
            </a:solidFill>
            <a:headEnd type="triangle" w="med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72F4038-3D64-EB70-349F-B925593E4FFE}"/>
              </a:ext>
            </a:extLst>
          </p:cNvPr>
          <p:cNvCxnSpPr>
            <a:cxnSpLocks/>
          </p:cNvCxnSpPr>
          <p:nvPr/>
        </p:nvCxnSpPr>
        <p:spPr>
          <a:xfrm>
            <a:off x="247896" y="949140"/>
            <a:ext cx="4086469" cy="0"/>
          </a:xfrm>
          <a:prstGeom prst="line">
            <a:avLst/>
          </a:prstGeom>
          <a:ln w="2540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06AAC7A-77B6-5AD7-2B14-D01862F4DD0B}"/>
              </a:ext>
            </a:extLst>
          </p:cNvPr>
          <p:cNvCxnSpPr>
            <a:cxnSpLocks/>
          </p:cNvCxnSpPr>
          <p:nvPr/>
        </p:nvCxnSpPr>
        <p:spPr>
          <a:xfrm>
            <a:off x="4391637" y="5772908"/>
            <a:ext cx="4203454" cy="0"/>
          </a:xfrm>
          <a:prstGeom prst="line">
            <a:avLst/>
          </a:prstGeom>
          <a:ln w="254000">
            <a:solidFill>
              <a:srgbClr val="0070C0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35</cp:revision>
  <dcterms:created xsi:type="dcterms:W3CDTF">2021-07-05T08:13:43Z</dcterms:created>
  <dcterms:modified xsi:type="dcterms:W3CDTF">2022-09-27T11:39:58Z</dcterms:modified>
</cp:coreProperties>
</file>