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4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D0740AA4-5496-4ED4-B6F8-CC515D2A8987}"/>
              </a:ext>
            </a:extLst>
          </p:cNvPr>
          <p:cNvSpPr txBox="1"/>
          <p:nvPr/>
        </p:nvSpPr>
        <p:spPr>
          <a:xfrm>
            <a:off x="2983997" y="1843949"/>
            <a:ext cx="3176004" cy="31700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AT" sz="20000" b="1" dirty="0">
                <a:solidFill>
                  <a:srgbClr val="0070C0"/>
                </a:solidFill>
              </a:rPr>
              <a:t>HP</a:t>
            </a:r>
            <a:endParaRPr lang="en-US" sz="20000" b="1" dirty="0">
              <a:solidFill>
                <a:srgbClr val="0070C0"/>
              </a:solidFill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873B942-1D6D-493E-B4C4-FDD022703B25}"/>
              </a:ext>
            </a:extLst>
          </p:cNvPr>
          <p:cNvSpPr/>
          <p:nvPr/>
        </p:nvSpPr>
        <p:spPr>
          <a:xfrm>
            <a:off x="2549907" y="1406907"/>
            <a:ext cx="4044185" cy="4044185"/>
          </a:xfrm>
          <a:prstGeom prst="ellipse">
            <a:avLst/>
          </a:prstGeom>
          <a:noFill/>
          <a:ln w="2540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</Words>
  <Application>Microsoft Office PowerPoint</Application>
  <PresentationFormat>Bildschirmpräsentation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33</cp:revision>
  <dcterms:created xsi:type="dcterms:W3CDTF">2021-07-05T08:13:43Z</dcterms:created>
  <dcterms:modified xsi:type="dcterms:W3CDTF">2022-09-27T11:31:56Z</dcterms:modified>
</cp:coreProperties>
</file>