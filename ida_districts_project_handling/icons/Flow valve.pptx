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68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C7563BAF-F9AE-433D-8261-73602FD75729}"/>
              </a:ext>
            </a:extLst>
          </p:cNvPr>
          <p:cNvCxnSpPr>
            <a:cxnSpLocks/>
          </p:cNvCxnSpPr>
          <p:nvPr/>
        </p:nvCxnSpPr>
        <p:spPr>
          <a:xfrm flipV="1">
            <a:off x="2117124" y="842199"/>
            <a:ext cx="3858741" cy="2688493"/>
          </a:xfrm>
          <a:prstGeom prst="line">
            <a:avLst/>
          </a:prstGeom>
          <a:ln w="317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1A47B220-CA50-44DD-B3B9-70118C75A358}"/>
              </a:ext>
            </a:extLst>
          </p:cNvPr>
          <p:cNvCxnSpPr>
            <a:cxnSpLocks/>
          </p:cNvCxnSpPr>
          <p:nvPr/>
        </p:nvCxnSpPr>
        <p:spPr>
          <a:xfrm flipH="1">
            <a:off x="350108" y="3477450"/>
            <a:ext cx="1989439" cy="0"/>
          </a:xfrm>
          <a:prstGeom prst="line">
            <a:avLst/>
          </a:prstGeom>
          <a:ln w="317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DBEE52AF-3222-42BF-A840-F9B23CC0C394}"/>
              </a:ext>
            </a:extLst>
          </p:cNvPr>
          <p:cNvCxnSpPr>
            <a:cxnSpLocks/>
          </p:cNvCxnSpPr>
          <p:nvPr/>
        </p:nvCxnSpPr>
        <p:spPr>
          <a:xfrm>
            <a:off x="2117124" y="3429000"/>
            <a:ext cx="3858740" cy="2686875"/>
          </a:xfrm>
          <a:prstGeom prst="line">
            <a:avLst/>
          </a:prstGeom>
          <a:ln w="317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80D83F49-7E34-4011-8640-B5D7F1873F28}"/>
              </a:ext>
            </a:extLst>
          </p:cNvPr>
          <p:cNvCxnSpPr>
            <a:cxnSpLocks/>
          </p:cNvCxnSpPr>
          <p:nvPr/>
        </p:nvCxnSpPr>
        <p:spPr>
          <a:xfrm flipH="1">
            <a:off x="7068065" y="3484005"/>
            <a:ext cx="1898809" cy="0"/>
          </a:xfrm>
          <a:prstGeom prst="line">
            <a:avLst/>
          </a:prstGeom>
          <a:ln w="317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llipse 15">
            <a:extLst>
              <a:ext uri="{FF2B5EF4-FFF2-40B4-BE49-F238E27FC236}">
                <a16:creationId xmlns:a16="http://schemas.microsoft.com/office/drawing/2014/main" id="{11829F66-3CBE-4EDA-9455-0C8566CEEC9C}"/>
              </a:ext>
            </a:extLst>
          </p:cNvPr>
          <p:cNvSpPr/>
          <p:nvPr/>
        </p:nvSpPr>
        <p:spPr>
          <a:xfrm>
            <a:off x="3876576" y="1955509"/>
            <a:ext cx="3043882" cy="3043882"/>
          </a:xfrm>
          <a:prstGeom prst="ellipse">
            <a:avLst/>
          </a:prstGeom>
          <a:noFill/>
          <a:ln w="317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Bildschirmpräsentation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7</cp:revision>
  <dcterms:created xsi:type="dcterms:W3CDTF">2021-07-05T08:13:43Z</dcterms:created>
  <dcterms:modified xsi:type="dcterms:W3CDTF">2021-07-05T11:04:51Z</dcterms:modified>
</cp:coreProperties>
</file>