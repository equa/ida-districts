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3D22EF97-B825-4C09-A27B-F23E41B69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597" y="767166"/>
            <a:ext cx="5074219" cy="5323668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298444E2-D02A-4BC8-A098-E05DF5204967}"/>
              </a:ext>
            </a:extLst>
          </p:cNvPr>
          <p:cNvSpPr/>
          <p:nvPr/>
        </p:nvSpPr>
        <p:spPr>
          <a:xfrm>
            <a:off x="1740243" y="597243"/>
            <a:ext cx="5663514" cy="5663514"/>
          </a:xfrm>
          <a:prstGeom prst="rect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18</cp:revision>
  <dcterms:created xsi:type="dcterms:W3CDTF">2021-07-05T08:13:43Z</dcterms:created>
  <dcterms:modified xsi:type="dcterms:W3CDTF">2021-08-26T07:49:48Z</dcterms:modified>
</cp:coreProperties>
</file>