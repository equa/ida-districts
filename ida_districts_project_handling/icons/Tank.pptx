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hteck 48">
            <a:extLst>
              <a:ext uri="{FF2B5EF4-FFF2-40B4-BE49-F238E27FC236}">
                <a16:creationId xmlns:a16="http://schemas.microsoft.com/office/drawing/2014/main" id="{CF3B5C4C-D0C1-4EA4-89C6-032F07EEAAD2}"/>
              </a:ext>
            </a:extLst>
          </p:cNvPr>
          <p:cNvSpPr/>
          <p:nvPr/>
        </p:nvSpPr>
        <p:spPr>
          <a:xfrm>
            <a:off x="1740243" y="597243"/>
            <a:ext cx="5663514" cy="566351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3175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12</cp:revision>
  <dcterms:created xsi:type="dcterms:W3CDTF">2021-07-05T08:13:43Z</dcterms:created>
  <dcterms:modified xsi:type="dcterms:W3CDTF">2021-08-24T12:38:19Z</dcterms:modified>
</cp:coreProperties>
</file>