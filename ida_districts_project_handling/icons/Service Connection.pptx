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7563BAF-F9AE-433D-8261-73602FD75729}"/>
              </a:ext>
            </a:extLst>
          </p:cNvPr>
          <p:cNvCxnSpPr>
            <a:cxnSpLocks/>
          </p:cNvCxnSpPr>
          <p:nvPr/>
        </p:nvCxnSpPr>
        <p:spPr>
          <a:xfrm flipV="1">
            <a:off x="831847" y="733424"/>
            <a:ext cx="7569202" cy="5273676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A47B220-CA50-44DD-B3B9-70118C75A358}"/>
              </a:ext>
            </a:extLst>
          </p:cNvPr>
          <p:cNvCxnSpPr>
            <a:cxnSpLocks/>
          </p:cNvCxnSpPr>
          <p:nvPr/>
        </p:nvCxnSpPr>
        <p:spPr>
          <a:xfrm flipV="1">
            <a:off x="831850" y="730250"/>
            <a:ext cx="0" cy="527685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BEE52AF-3222-42BF-A840-F9B23CC0C394}"/>
              </a:ext>
            </a:extLst>
          </p:cNvPr>
          <p:cNvCxnSpPr>
            <a:cxnSpLocks/>
          </p:cNvCxnSpPr>
          <p:nvPr/>
        </p:nvCxnSpPr>
        <p:spPr>
          <a:xfrm>
            <a:off x="831849" y="736600"/>
            <a:ext cx="7569199" cy="527050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FE4A28A-7DC4-4A84-BFEC-AF359732426A}"/>
              </a:ext>
            </a:extLst>
          </p:cNvPr>
          <p:cNvCxnSpPr>
            <a:cxnSpLocks/>
          </p:cNvCxnSpPr>
          <p:nvPr/>
        </p:nvCxnSpPr>
        <p:spPr>
          <a:xfrm flipV="1">
            <a:off x="8401050" y="730250"/>
            <a:ext cx="0" cy="527685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A456D75-A769-4A24-B701-38273701F57B}"/>
              </a:ext>
            </a:extLst>
          </p:cNvPr>
          <p:cNvCxnSpPr>
            <a:cxnSpLocks/>
          </p:cNvCxnSpPr>
          <p:nvPr/>
        </p:nvCxnSpPr>
        <p:spPr>
          <a:xfrm flipV="1">
            <a:off x="4622800" y="333375"/>
            <a:ext cx="0" cy="3043239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98F7F29-2AA7-4B54-9656-9627FEFC0AD4}"/>
              </a:ext>
            </a:extLst>
          </p:cNvPr>
          <p:cNvCxnSpPr>
            <a:cxnSpLocks/>
          </p:cNvCxnSpPr>
          <p:nvPr/>
        </p:nvCxnSpPr>
        <p:spPr>
          <a:xfrm flipH="1">
            <a:off x="3486150" y="343694"/>
            <a:ext cx="2247900" cy="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5</cp:revision>
  <dcterms:created xsi:type="dcterms:W3CDTF">2021-07-05T08:13:43Z</dcterms:created>
  <dcterms:modified xsi:type="dcterms:W3CDTF">2021-07-05T13:30:40Z</dcterms:modified>
</cp:coreProperties>
</file>