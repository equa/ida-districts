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00" d="100"/>
          <a:sy n="100" d="100"/>
        </p:scale>
        <p:origin x="9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llustrations/snow-flake-icon-button-cold-frost-1459483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rafik 129">
            <a:extLst>
              <a:ext uri="{FF2B5EF4-FFF2-40B4-BE49-F238E27FC236}">
                <a16:creationId xmlns:a16="http://schemas.microsoft.com/office/drawing/2014/main" id="{3FFD19A0-3C28-4968-B54D-5C2FE1F1D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4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22</cp:revision>
  <dcterms:created xsi:type="dcterms:W3CDTF">2021-07-05T08:13:43Z</dcterms:created>
  <dcterms:modified xsi:type="dcterms:W3CDTF">2021-07-05T13:26:33Z</dcterms:modified>
</cp:coreProperties>
</file>