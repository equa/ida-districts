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41" d="100"/>
          <a:sy n="41" d="100"/>
        </p:scale>
        <p:origin x="5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illustrations/snow-flake-icon-button-cold-frost-14594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243" y="1385905"/>
            <a:ext cx="2944952" cy="408618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ABD07EF-BD3C-0F4E-7E27-ADE6639B5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63877" y="1899138"/>
            <a:ext cx="3059723" cy="305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</cp:revision>
  <dcterms:created xsi:type="dcterms:W3CDTF">2022-09-15T06:15:25Z</dcterms:created>
  <dcterms:modified xsi:type="dcterms:W3CDTF">2022-09-15T06:18:09Z</dcterms:modified>
</cp:coreProperties>
</file>