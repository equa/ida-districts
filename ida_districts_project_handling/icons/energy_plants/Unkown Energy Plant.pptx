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fr/image/1363011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C921EE9-0168-4F97-90B9-2D8E99FD5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91402" y="1748402"/>
            <a:ext cx="3361196" cy="33611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20</cp:revision>
  <dcterms:created xsi:type="dcterms:W3CDTF">2021-07-05T08:13:43Z</dcterms:created>
  <dcterms:modified xsi:type="dcterms:W3CDTF">2021-08-26T07:59:14Z</dcterms:modified>
</cp:coreProperties>
</file>