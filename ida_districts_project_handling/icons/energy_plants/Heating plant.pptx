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F738-2710-B5C5-8FED-F86989C9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82121E-25DB-F4D4-150E-857B8A3B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6F8C-620F-4F03-849A-98A29058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A5513-27CB-9A45-A7D9-AE8C854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E41A7-DEB3-CEFA-E823-CFF09B9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9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8432-2744-2A9A-C7AB-71CFB4B5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76D38-7E08-9930-744A-F13D539B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8BEA0-DC11-5817-ABEA-B7FEBE10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AA4EC-E936-9312-A6CF-F9EB2AA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7CC9-F733-F9F5-CA8E-9A43085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A6C7-6B2D-492B-886E-234A825F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5479F-6EB9-7854-CDA1-14DC6138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E6B47-BB45-814F-223A-49FB2B4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6E89A-0F61-8B18-A408-ECD4904A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413B9-F527-F17E-6CDA-8CC2818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7509-566A-37BA-4DB1-270E3061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BD37C-D78F-489C-DE87-921CD3A5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EE800A-6FC0-1A2C-9808-EBDAA5E2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09EC2-D8E1-48A2-3B3A-61A677F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CEF07-1D94-A9DD-9A90-EC0E980F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DAF19E-299E-D810-24A8-CF74B6A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D5A7-A540-244C-F89F-7F5DE5E0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592CB-0AA5-D180-1B5C-333BAA1C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9B9396-051A-D642-D193-FEAD4646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10B296-8DD7-54B0-C9E9-882CFD254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A69122-9C6E-592E-F814-3D383E83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059E2D-AF5B-27F1-3ECA-5563F824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DAFDCD-9077-8AF5-6129-E5AEF2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FB012-D34B-0B5D-E497-852C4C7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8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095A1-463E-39C5-9056-E102C442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9EF359-A2D0-1E44-AD62-187051F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FF998C-767A-0DE6-4328-D442A0A0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5E699-B561-82E4-3A25-7BD7BC8C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072A5-C877-8AF6-B6C5-CF188FF2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6166A6-C6EF-3282-1983-6D7F02D7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359F5-54DE-87A1-EDC2-8B5337E1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86CE-E4D2-9737-BBC2-F994819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FEB75-5134-1936-9068-AA2DD7C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824278-4B75-5AD0-684A-9FDB421EE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8878F0-1314-298C-EE83-439D8AC9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1251B-4868-F7C4-57A4-05C1545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A7C149-6774-6BBB-0603-6E841D0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EE98-48E4-97B9-BC2D-964D701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EDC9A6-5B3D-AB61-49BE-6EC969FD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73D7B3-F69F-847F-38EC-2DFDC6F2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803881-D9A4-70AD-C4D7-498EBB00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FDEC4-1DAF-E25F-62BA-82117994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5C0B8-3DE9-7181-3A67-6633FE1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8AB4A-0BC0-064F-E146-9C62300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0EF28-B36B-CAED-0DC4-682F42B3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4E053-EB1C-5E6A-EC3D-46AECC2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E42E1-7C14-5D37-547B-DBEBD56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AFCA5-D246-FE25-E00E-A199B443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A07C52-AE44-CE80-254F-ED450C9C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9481A1-E772-33DB-348D-1CC3CDB24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FE9CE-04E4-901D-A209-174754A6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5F1E2-6408-E52E-ACEB-CCE0C0D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BF2DB-646D-957A-5565-6DD04380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E01D9-5D9E-0788-5FEE-7ABD2E17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477F8-F012-84EC-4882-D624B0AE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BD56-CCCE-869D-9B05-56243219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A64E-6F1C-45A7-E22B-9DFCAEDE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FD5EB-1750-84BB-7D9C-BA1AE8A3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D22EF97-B825-4C09-A27B-F23E41B6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754" y="1017268"/>
            <a:ext cx="3476312" cy="4823463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3264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</cp:revision>
  <dcterms:created xsi:type="dcterms:W3CDTF">2022-09-15T06:15:25Z</dcterms:created>
  <dcterms:modified xsi:type="dcterms:W3CDTF">2025-07-10T12:35:41Z</dcterms:modified>
</cp:coreProperties>
</file>