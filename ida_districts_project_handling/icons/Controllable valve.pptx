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>
        <p:scale>
          <a:sx n="100" d="100"/>
          <a:sy n="100" d="100"/>
        </p:scale>
        <p:origin x="1134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C7563BAF-F9AE-433D-8261-73602FD75729}"/>
              </a:ext>
            </a:extLst>
          </p:cNvPr>
          <p:cNvCxnSpPr>
            <a:cxnSpLocks/>
          </p:cNvCxnSpPr>
          <p:nvPr/>
        </p:nvCxnSpPr>
        <p:spPr>
          <a:xfrm flipV="1">
            <a:off x="831847" y="733424"/>
            <a:ext cx="7569202" cy="5273676"/>
          </a:xfrm>
          <a:prstGeom prst="line">
            <a:avLst/>
          </a:prstGeom>
          <a:ln w="317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1A47B220-CA50-44DD-B3B9-70118C75A358}"/>
              </a:ext>
            </a:extLst>
          </p:cNvPr>
          <p:cNvCxnSpPr>
            <a:cxnSpLocks/>
          </p:cNvCxnSpPr>
          <p:nvPr/>
        </p:nvCxnSpPr>
        <p:spPr>
          <a:xfrm flipV="1">
            <a:off x="831850" y="730250"/>
            <a:ext cx="0" cy="5276850"/>
          </a:xfrm>
          <a:prstGeom prst="line">
            <a:avLst/>
          </a:prstGeom>
          <a:ln w="317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DBEE52AF-3222-42BF-A840-F9B23CC0C394}"/>
              </a:ext>
            </a:extLst>
          </p:cNvPr>
          <p:cNvCxnSpPr>
            <a:cxnSpLocks/>
          </p:cNvCxnSpPr>
          <p:nvPr/>
        </p:nvCxnSpPr>
        <p:spPr>
          <a:xfrm>
            <a:off x="831849" y="736600"/>
            <a:ext cx="7569199" cy="5270500"/>
          </a:xfrm>
          <a:prstGeom prst="line">
            <a:avLst/>
          </a:prstGeom>
          <a:ln w="317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3FE4A28A-7DC4-4A84-BFEC-AF359732426A}"/>
              </a:ext>
            </a:extLst>
          </p:cNvPr>
          <p:cNvCxnSpPr>
            <a:cxnSpLocks/>
          </p:cNvCxnSpPr>
          <p:nvPr/>
        </p:nvCxnSpPr>
        <p:spPr>
          <a:xfrm flipV="1">
            <a:off x="8401050" y="730250"/>
            <a:ext cx="0" cy="5276850"/>
          </a:xfrm>
          <a:prstGeom prst="line">
            <a:avLst/>
          </a:prstGeom>
          <a:ln w="317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9A456D75-A769-4A24-B701-38273701F57B}"/>
              </a:ext>
            </a:extLst>
          </p:cNvPr>
          <p:cNvCxnSpPr>
            <a:cxnSpLocks/>
          </p:cNvCxnSpPr>
          <p:nvPr/>
        </p:nvCxnSpPr>
        <p:spPr>
          <a:xfrm flipV="1">
            <a:off x="4622800" y="333375"/>
            <a:ext cx="0" cy="3043239"/>
          </a:xfrm>
          <a:prstGeom prst="line">
            <a:avLst/>
          </a:prstGeom>
          <a:ln w="317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998F7F29-2AA7-4B54-9656-9627FEFC0AD4}"/>
              </a:ext>
            </a:extLst>
          </p:cNvPr>
          <p:cNvCxnSpPr>
            <a:cxnSpLocks/>
          </p:cNvCxnSpPr>
          <p:nvPr/>
        </p:nvCxnSpPr>
        <p:spPr>
          <a:xfrm flipH="1">
            <a:off x="3486150" y="343694"/>
            <a:ext cx="2247900" cy="0"/>
          </a:xfrm>
          <a:prstGeom prst="line">
            <a:avLst/>
          </a:prstGeom>
          <a:ln w="317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5</cp:revision>
  <dcterms:created xsi:type="dcterms:W3CDTF">2021-07-05T08:13:43Z</dcterms:created>
  <dcterms:modified xsi:type="dcterms:W3CDTF">2021-07-05T10:37:07Z</dcterms:modified>
</cp:coreProperties>
</file>