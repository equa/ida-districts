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4DFAB6F8-8F41-4B1A-B0F0-31B6C9136BB2}"/>
              </a:ext>
            </a:extLst>
          </p:cNvPr>
          <p:cNvGrpSpPr/>
          <p:nvPr/>
        </p:nvGrpSpPr>
        <p:grpSpPr>
          <a:xfrm>
            <a:off x="518493" y="1183700"/>
            <a:ext cx="3456263" cy="4010257"/>
            <a:chOff x="539088" y="804759"/>
            <a:chExt cx="4904063" cy="4904063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11829F66-3CBE-4EDA-9455-0C8566CEEC9C}"/>
                </a:ext>
              </a:extLst>
            </p:cNvPr>
            <p:cNvSpPr/>
            <p:nvPr/>
          </p:nvSpPr>
          <p:spPr>
            <a:xfrm>
              <a:off x="539088" y="804759"/>
              <a:ext cx="4904063" cy="4904063"/>
            </a:xfrm>
            <a:prstGeom prst="ellipse">
              <a:avLst/>
            </a:prstGeom>
            <a:noFill/>
            <a:ln w="317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Gleichschenkliges Dreieck 19">
              <a:extLst>
                <a:ext uri="{FF2B5EF4-FFF2-40B4-BE49-F238E27FC236}">
                  <a16:creationId xmlns:a16="http://schemas.microsoft.com/office/drawing/2014/main" id="{2C77BBFA-E2D6-4B84-A8F9-D1D92FE8BFE6}"/>
                </a:ext>
              </a:extLst>
            </p:cNvPr>
            <p:cNvSpPr/>
            <p:nvPr/>
          </p:nvSpPr>
          <p:spPr>
            <a:xfrm rot="5400000">
              <a:off x="1646232" y="1616876"/>
              <a:ext cx="3804602" cy="3279829"/>
            </a:xfrm>
            <a:prstGeom prst="triangle">
              <a:avLst/>
            </a:prstGeom>
            <a:noFill/>
            <a:ln w="317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F02D08B5-0765-4337-B832-58CA0E2C155E}"/>
              </a:ext>
            </a:extLst>
          </p:cNvPr>
          <p:cNvGrpSpPr/>
          <p:nvPr/>
        </p:nvGrpSpPr>
        <p:grpSpPr>
          <a:xfrm>
            <a:off x="4486566" y="1367481"/>
            <a:ext cx="4356754" cy="3193877"/>
            <a:chOff x="787398" y="312350"/>
            <a:chExt cx="7569203" cy="6345540"/>
          </a:xfrm>
        </p:grpSpPr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DCA42383-B295-48C4-9034-CDCD29687B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398" y="1384214"/>
              <a:ext cx="7569202" cy="5273676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36CBA6CA-A2E7-447C-BCF1-99788115C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401" y="1381040"/>
              <a:ext cx="0" cy="5276850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EDFE36FC-DBFE-415F-9550-10E406685224}"/>
                </a:ext>
              </a:extLst>
            </p:cNvPr>
            <p:cNvCxnSpPr>
              <a:cxnSpLocks/>
            </p:cNvCxnSpPr>
            <p:nvPr/>
          </p:nvCxnSpPr>
          <p:spPr>
            <a:xfrm>
              <a:off x="787400" y="1387390"/>
              <a:ext cx="7569199" cy="5270500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2997C5DF-FD3E-4940-A62C-36558EEC4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6601" y="1381040"/>
              <a:ext cx="0" cy="5276850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C47FA653-8445-40AA-B49B-4443371943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8351" y="1381040"/>
              <a:ext cx="0" cy="2646365"/>
            </a:xfrm>
            <a:prstGeom prst="line">
              <a:avLst/>
            </a:prstGeom>
            <a:ln w="317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lussdiagramm: Verzögerung 45">
              <a:extLst>
                <a:ext uri="{FF2B5EF4-FFF2-40B4-BE49-F238E27FC236}">
                  <a16:creationId xmlns:a16="http://schemas.microsoft.com/office/drawing/2014/main" id="{FA274D0D-AD1E-4255-BA52-6E317D1EF839}"/>
                </a:ext>
              </a:extLst>
            </p:cNvPr>
            <p:cNvSpPr/>
            <p:nvPr/>
          </p:nvSpPr>
          <p:spPr>
            <a:xfrm rot="16200000">
              <a:off x="4040831" y="-274080"/>
              <a:ext cx="1075039" cy="2247900"/>
            </a:xfrm>
            <a:prstGeom prst="flowChartDelay">
              <a:avLst/>
            </a:prstGeom>
            <a:noFill/>
            <a:ln w="317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092D1959-6758-4133-842D-56E4A96A2F0A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3974756" y="3188829"/>
            <a:ext cx="511809" cy="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9</cp:revision>
  <dcterms:created xsi:type="dcterms:W3CDTF">2021-07-05T08:13:43Z</dcterms:created>
  <dcterms:modified xsi:type="dcterms:W3CDTF">2021-07-05T11:12:17Z</dcterms:modified>
</cp:coreProperties>
</file>