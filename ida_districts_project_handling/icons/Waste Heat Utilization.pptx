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B2C4"/>
    <a:srgbClr val="42C642"/>
    <a:srgbClr val="E7C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88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ixabay.com/de/m%C3%BClleimer-papierkorb-m%C3%BCll-wegwerfen-155299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rafik 33">
            <a:extLst>
              <a:ext uri="{FF2B5EF4-FFF2-40B4-BE49-F238E27FC236}">
                <a16:creationId xmlns:a16="http://schemas.microsoft.com/office/drawing/2014/main" id="{170A4ECD-C79B-47D1-90A7-AC8EA1B174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64" t="10579" r="39184" b="19312"/>
          <a:stretch/>
        </p:blipFill>
        <p:spPr>
          <a:xfrm>
            <a:off x="1909477" y="1666068"/>
            <a:ext cx="2421534" cy="3506254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298444E2-D02A-4BC8-A098-E05DF5204967}"/>
              </a:ext>
            </a:extLst>
          </p:cNvPr>
          <p:cNvSpPr/>
          <p:nvPr/>
        </p:nvSpPr>
        <p:spPr>
          <a:xfrm>
            <a:off x="1740243" y="597243"/>
            <a:ext cx="5663514" cy="5663514"/>
          </a:xfrm>
          <a:prstGeom prst="rect">
            <a:avLst/>
          </a:prstGeom>
          <a:noFill/>
          <a:ln w="317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4F7E9B4-7FDA-41E5-9823-F764D64F5F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-38355"/>
          <a:stretch/>
        </p:blipFill>
        <p:spPr>
          <a:xfrm>
            <a:off x="4302622" y="1115879"/>
            <a:ext cx="2931901" cy="4056443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24</cp:revision>
  <dcterms:created xsi:type="dcterms:W3CDTF">2021-07-05T08:13:43Z</dcterms:created>
  <dcterms:modified xsi:type="dcterms:W3CDTF">2021-08-26T08:50:00Z</dcterms:modified>
</cp:coreProperties>
</file>