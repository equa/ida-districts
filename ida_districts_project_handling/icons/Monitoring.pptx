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1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2686050" y="1800225"/>
            <a:ext cx="2138363" cy="4505325"/>
          </a:xfrm>
          <a:prstGeom prst="line">
            <a:avLst/>
          </a:prstGeom>
          <a:ln w="317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5E58396-7112-499E-800B-092CFD483E12}"/>
              </a:ext>
            </a:extLst>
          </p:cNvPr>
          <p:cNvCxnSpPr>
            <a:cxnSpLocks/>
          </p:cNvCxnSpPr>
          <p:nvPr/>
        </p:nvCxnSpPr>
        <p:spPr>
          <a:xfrm>
            <a:off x="952500" y="1590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A63E83D-D285-4F79-B3DF-2600F3A07870}"/>
              </a:ext>
            </a:extLst>
          </p:cNvPr>
          <p:cNvCxnSpPr>
            <a:cxnSpLocks/>
          </p:cNvCxnSpPr>
          <p:nvPr/>
        </p:nvCxnSpPr>
        <p:spPr>
          <a:xfrm>
            <a:off x="2803921" y="781052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8269382-280A-4282-AEB5-8C3F45DC883D}"/>
              </a:ext>
            </a:extLst>
          </p:cNvPr>
          <p:cNvCxnSpPr>
            <a:cxnSpLocks/>
          </p:cNvCxnSpPr>
          <p:nvPr/>
        </p:nvCxnSpPr>
        <p:spPr>
          <a:xfrm>
            <a:off x="3485552" y="6381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ADF03E9-160E-4223-89F2-96EFE3922D71}"/>
              </a:ext>
            </a:extLst>
          </p:cNvPr>
          <p:cNvCxnSpPr>
            <a:cxnSpLocks/>
          </p:cNvCxnSpPr>
          <p:nvPr/>
        </p:nvCxnSpPr>
        <p:spPr>
          <a:xfrm>
            <a:off x="4138612" y="547688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94AE04D-FA9D-4DE1-BF8C-41B5CCE87FAE}"/>
              </a:ext>
            </a:extLst>
          </p:cNvPr>
          <p:cNvCxnSpPr>
            <a:cxnSpLocks/>
          </p:cNvCxnSpPr>
          <p:nvPr/>
        </p:nvCxnSpPr>
        <p:spPr>
          <a:xfrm>
            <a:off x="4824412" y="514351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0E892DB-80CD-42F3-94E4-EE2362D8CD84}"/>
              </a:ext>
            </a:extLst>
          </p:cNvPr>
          <p:cNvCxnSpPr>
            <a:cxnSpLocks/>
          </p:cNvCxnSpPr>
          <p:nvPr/>
        </p:nvCxnSpPr>
        <p:spPr>
          <a:xfrm>
            <a:off x="5343525" y="547688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BF3D5565-6885-448F-B561-1CC2F759D8C3}"/>
              </a:ext>
            </a:extLst>
          </p:cNvPr>
          <p:cNvCxnSpPr>
            <a:cxnSpLocks/>
          </p:cNvCxnSpPr>
          <p:nvPr/>
        </p:nvCxnSpPr>
        <p:spPr>
          <a:xfrm>
            <a:off x="6029325" y="671513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5E19923-8772-484B-B345-9C25F46FF4A5}"/>
              </a:ext>
            </a:extLst>
          </p:cNvPr>
          <p:cNvCxnSpPr>
            <a:cxnSpLocks/>
          </p:cNvCxnSpPr>
          <p:nvPr/>
        </p:nvCxnSpPr>
        <p:spPr>
          <a:xfrm>
            <a:off x="6624638" y="919163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84ED58A-7F5A-43B6-987D-1124353B40A3}"/>
              </a:ext>
            </a:extLst>
          </p:cNvPr>
          <p:cNvCxnSpPr>
            <a:cxnSpLocks/>
          </p:cNvCxnSpPr>
          <p:nvPr/>
        </p:nvCxnSpPr>
        <p:spPr>
          <a:xfrm>
            <a:off x="7248525" y="1209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F12714D-B269-415A-B8A6-36B8D3FD656E}"/>
              </a:ext>
            </a:extLst>
          </p:cNvPr>
          <p:cNvCxnSpPr>
            <a:cxnSpLocks/>
          </p:cNvCxnSpPr>
          <p:nvPr/>
        </p:nvCxnSpPr>
        <p:spPr>
          <a:xfrm>
            <a:off x="7810500" y="1590676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881BE63A-FAA4-4046-88ED-A73D8FCE7A16}"/>
              </a:ext>
            </a:extLst>
          </p:cNvPr>
          <p:cNvCxnSpPr>
            <a:cxnSpLocks/>
          </p:cNvCxnSpPr>
          <p:nvPr/>
        </p:nvCxnSpPr>
        <p:spPr>
          <a:xfrm>
            <a:off x="1631155" y="1214439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E2A4B02-3C51-4189-A9E9-8D084B6CFB5F}"/>
              </a:ext>
            </a:extLst>
          </p:cNvPr>
          <p:cNvCxnSpPr>
            <a:cxnSpLocks/>
          </p:cNvCxnSpPr>
          <p:nvPr/>
        </p:nvCxnSpPr>
        <p:spPr>
          <a:xfrm>
            <a:off x="2190747" y="952502"/>
            <a:ext cx="176213" cy="247650"/>
          </a:xfrm>
          <a:prstGeom prst="line">
            <a:avLst/>
          </a:prstGeom>
          <a:ln w="317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5EE6A58F-A419-4534-A0DA-4F8C60BADFFB}"/>
              </a:ext>
            </a:extLst>
          </p:cNvPr>
          <p:cNvGrpSpPr/>
          <p:nvPr/>
        </p:nvGrpSpPr>
        <p:grpSpPr>
          <a:xfrm>
            <a:off x="4262439" y="2643187"/>
            <a:ext cx="4234990" cy="4234990"/>
            <a:chOff x="5591175" y="2355057"/>
            <a:chExt cx="2147888" cy="2147888"/>
          </a:xfrm>
        </p:grpSpPr>
        <p:sp>
          <p:nvSpPr>
            <p:cNvPr id="64" name="Bogen 63">
              <a:extLst>
                <a:ext uri="{FF2B5EF4-FFF2-40B4-BE49-F238E27FC236}">
                  <a16:creationId xmlns:a16="http://schemas.microsoft.com/office/drawing/2014/main" id="{15422F1C-81C9-457B-A548-3134998B163A}"/>
                </a:ext>
              </a:extLst>
            </p:cNvPr>
            <p:cNvSpPr/>
            <p:nvPr/>
          </p:nvSpPr>
          <p:spPr>
            <a:xfrm rot="18900000">
              <a:off x="6255543" y="3014664"/>
              <a:ext cx="914400" cy="914400"/>
            </a:xfrm>
            <a:prstGeom prst="arc">
              <a:avLst/>
            </a:prstGeom>
            <a:ln w="190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Bogen 64">
              <a:extLst>
                <a:ext uri="{FF2B5EF4-FFF2-40B4-BE49-F238E27FC236}">
                  <a16:creationId xmlns:a16="http://schemas.microsoft.com/office/drawing/2014/main" id="{EFA79FDB-F5A9-466A-8610-0EEFE44984E9}"/>
                </a:ext>
              </a:extLst>
            </p:cNvPr>
            <p:cNvSpPr/>
            <p:nvPr/>
          </p:nvSpPr>
          <p:spPr>
            <a:xfrm rot="18865117">
              <a:off x="5591175" y="2355057"/>
              <a:ext cx="2147888" cy="2147888"/>
            </a:xfrm>
            <a:prstGeom prst="arc">
              <a:avLst/>
            </a:prstGeom>
            <a:ln w="190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Bogen 65">
              <a:extLst>
                <a:ext uri="{FF2B5EF4-FFF2-40B4-BE49-F238E27FC236}">
                  <a16:creationId xmlns:a16="http://schemas.microsoft.com/office/drawing/2014/main" id="{AE2C2CF3-CABF-40C2-B06B-35EB2E7604DE}"/>
                </a:ext>
              </a:extLst>
            </p:cNvPr>
            <p:cNvSpPr/>
            <p:nvPr/>
          </p:nvSpPr>
          <p:spPr>
            <a:xfrm rot="18967732">
              <a:off x="5917632" y="2681513"/>
              <a:ext cx="1494974" cy="1494974"/>
            </a:xfrm>
            <a:prstGeom prst="arc">
              <a:avLst/>
            </a:prstGeom>
            <a:ln w="190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BF50760D-2E3C-4F06-A09A-B72F34E829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2743" y="3290888"/>
              <a:ext cx="0" cy="57150"/>
            </a:xfrm>
            <a:prstGeom prst="line">
              <a:avLst/>
            </a:prstGeom>
            <a:ln w="190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8</cp:revision>
  <dcterms:created xsi:type="dcterms:W3CDTF">2021-07-05T08:13:43Z</dcterms:created>
  <dcterms:modified xsi:type="dcterms:W3CDTF">2021-07-05T12:44:03Z</dcterms:modified>
</cp:coreProperties>
</file>