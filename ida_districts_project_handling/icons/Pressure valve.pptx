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7563BAF-F9AE-433D-8261-73602FD75729}"/>
              </a:ext>
            </a:extLst>
          </p:cNvPr>
          <p:cNvCxnSpPr>
            <a:cxnSpLocks/>
          </p:cNvCxnSpPr>
          <p:nvPr/>
        </p:nvCxnSpPr>
        <p:spPr>
          <a:xfrm flipV="1">
            <a:off x="787398" y="1384214"/>
            <a:ext cx="7569202" cy="5273676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V="1">
            <a:off x="787401" y="138104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787400" y="1387390"/>
            <a:ext cx="7569199" cy="527050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FE4A28A-7DC4-4A84-BFEC-AF359732426A}"/>
              </a:ext>
            </a:extLst>
          </p:cNvPr>
          <p:cNvCxnSpPr>
            <a:cxnSpLocks/>
          </p:cNvCxnSpPr>
          <p:nvPr/>
        </p:nvCxnSpPr>
        <p:spPr>
          <a:xfrm flipV="1">
            <a:off x="8356601" y="138104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A456D75-A769-4A24-B701-38273701F57B}"/>
              </a:ext>
            </a:extLst>
          </p:cNvPr>
          <p:cNvCxnSpPr>
            <a:cxnSpLocks/>
          </p:cNvCxnSpPr>
          <p:nvPr/>
        </p:nvCxnSpPr>
        <p:spPr>
          <a:xfrm flipV="1">
            <a:off x="4578351" y="1381040"/>
            <a:ext cx="0" cy="2646365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ussdiagramm: Verzögerung 9">
            <a:extLst>
              <a:ext uri="{FF2B5EF4-FFF2-40B4-BE49-F238E27FC236}">
                <a16:creationId xmlns:a16="http://schemas.microsoft.com/office/drawing/2014/main" id="{CAF243CD-9A5D-43CE-9F8A-190A957CC267}"/>
              </a:ext>
            </a:extLst>
          </p:cNvPr>
          <p:cNvSpPr/>
          <p:nvPr/>
        </p:nvSpPr>
        <p:spPr>
          <a:xfrm rot="16200000">
            <a:off x="4040831" y="-274080"/>
            <a:ext cx="1075039" cy="2247900"/>
          </a:xfrm>
          <a:prstGeom prst="flowChartDelay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6</cp:revision>
  <dcterms:created xsi:type="dcterms:W3CDTF">2021-07-05T08:13:43Z</dcterms:created>
  <dcterms:modified xsi:type="dcterms:W3CDTF">2021-07-05T11:00:56Z</dcterms:modified>
</cp:coreProperties>
</file>