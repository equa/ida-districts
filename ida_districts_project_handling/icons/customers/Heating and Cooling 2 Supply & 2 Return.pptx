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8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CEF3C048-30BA-4ED4-843C-BD412653374A}"/>
              </a:ext>
            </a:extLst>
          </p:cNvPr>
          <p:cNvCxnSpPr>
            <a:cxnSpLocks/>
          </p:cNvCxnSpPr>
          <p:nvPr/>
        </p:nvCxnSpPr>
        <p:spPr>
          <a:xfrm>
            <a:off x="340175" y="4648200"/>
            <a:ext cx="1969072" cy="0"/>
          </a:xfrm>
          <a:prstGeom prst="line">
            <a:avLst/>
          </a:prstGeom>
          <a:ln w="2540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B978F54-9D81-49A3-856D-0D6077C0F2EC}"/>
              </a:ext>
            </a:extLst>
          </p:cNvPr>
          <p:cNvCxnSpPr>
            <a:cxnSpLocks/>
          </p:cNvCxnSpPr>
          <p:nvPr/>
        </p:nvCxnSpPr>
        <p:spPr>
          <a:xfrm>
            <a:off x="309966" y="2685081"/>
            <a:ext cx="2402237" cy="0"/>
          </a:xfrm>
          <a:prstGeom prst="line">
            <a:avLst/>
          </a:prstGeom>
          <a:ln w="2540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0F947A2-CAE2-49EA-8784-33FF64CC2B5F}"/>
              </a:ext>
            </a:extLst>
          </p:cNvPr>
          <p:cNvCxnSpPr>
            <a:cxnSpLocks/>
          </p:cNvCxnSpPr>
          <p:nvPr/>
        </p:nvCxnSpPr>
        <p:spPr>
          <a:xfrm>
            <a:off x="340175" y="4116091"/>
            <a:ext cx="2337157" cy="0"/>
          </a:xfrm>
          <a:prstGeom prst="line">
            <a:avLst/>
          </a:prstGeom>
          <a:ln w="254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lipse 1">
            <a:extLst>
              <a:ext uri="{FF2B5EF4-FFF2-40B4-BE49-F238E27FC236}">
                <a16:creationId xmlns:a16="http://schemas.microsoft.com/office/drawing/2014/main" id="{AC41D3A0-9385-48FD-8DA6-F6820D2A050A}"/>
              </a:ext>
            </a:extLst>
          </p:cNvPr>
          <p:cNvSpPr/>
          <p:nvPr/>
        </p:nvSpPr>
        <p:spPr>
          <a:xfrm>
            <a:off x="1998494" y="855494"/>
            <a:ext cx="5147012" cy="5147012"/>
          </a:xfrm>
          <a:prstGeom prst="ellipse">
            <a:avLst/>
          </a:prstGeom>
          <a:noFill/>
          <a:ln w="254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873B942-1D6D-493E-B4C4-FDD022703B25}"/>
              </a:ext>
            </a:extLst>
          </p:cNvPr>
          <p:cNvSpPr/>
          <p:nvPr/>
        </p:nvSpPr>
        <p:spPr>
          <a:xfrm>
            <a:off x="2549907" y="1406907"/>
            <a:ext cx="4044185" cy="4044185"/>
          </a:xfrm>
          <a:prstGeom prst="ellipse">
            <a:avLst/>
          </a:prstGeom>
          <a:noFill/>
          <a:ln w="254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6DF971E4-F509-429D-815A-4FD5FB940F45}"/>
              </a:ext>
            </a:extLst>
          </p:cNvPr>
          <p:cNvCxnSpPr>
            <a:cxnSpLocks/>
          </p:cNvCxnSpPr>
          <p:nvPr/>
        </p:nvCxnSpPr>
        <p:spPr>
          <a:xfrm>
            <a:off x="309966" y="2136183"/>
            <a:ext cx="2030278" cy="0"/>
          </a:xfrm>
          <a:prstGeom prst="line">
            <a:avLst/>
          </a:prstGeom>
          <a:ln w="254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31</cp:revision>
  <dcterms:created xsi:type="dcterms:W3CDTF">2021-07-05T08:13:43Z</dcterms:created>
  <dcterms:modified xsi:type="dcterms:W3CDTF">2021-08-26T05:43:31Z</dcterms:modified>
</cp:coreProperties>
</file>