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B2C4"/>
    <a:srgbClr val="42C642"/>
    <a:srgbClr val="E7CF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4660"/>
  </p:normalViewPr>
  <p:slideViewPr>
    <p:cSldViewPr snapToGrid="0">
      <p:cViewPr varScale="1">
        <p:scale>
          <a:sx n="164" d="100"/>
          <a:sy n="164" d="100"/>
        </p:scale>
        <p:origin x="884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9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711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578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301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783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513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895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225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189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38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596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44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19F43DFA-AB0A-4527-BFE9-FFAFD1637D6C}"/>
              </a:ext>
            </a:extLst>
          </p:cNvPr>
          <p:cNvCxnSpPr>
            <a:cxnSpLocks/>
          </p:cNvCxnSpPr>
          <p:nvPr/>
        </p:nvCxnSpPr>
        <p:spPr>
          <a:xfrm flipV="1">
            <a:off x="2142268" y="4223290"/>
            <a:ext cx="569935" cy="373249"/>
          </a:xfrm>
          <a:prstGeom prst="line">
            <a:avLst/>
          </a:prstGeom>
          <a:ln w="2540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76322CD0-C27E-4197-80CA-AD3B09CB20EE}"/>
              </a:ext>
            </a:extLst>
          </p:cNvPr>
          <p:cNvCxnSpPr>
            <a:cxnSpLocks/>
          </p:cNvCxnSpPr>
          <p:nvPr/>
        </p:nvCxnSpPr>
        <p:spPr>
          <a:xfrm>
            <a:off x="309178" y="4645617"/>
            <a:ext cx="2030278" cy="0"/>
          </a:xfrm>
          <a:prstGeom prst="line">
            <a:avLst/>
          </a:prstGeom>
          <a:ln w="1270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C079F5D6-51C0-40B3-AF3F-C72FF6C8BFD4}"/>
              </a:ext>
            </a:extLst>
          </p:cNvPr>
          <p:cNvCxnSpPr>
            <a:cxnSpLocks/>
          </p:cNvCxnSpPr>
          <p:nvPr/>
        </p:nvCxnSpPr>
        <p:spPr>
          <a:xfrm>
            <a:off x="309572" y="4520339"/>
            <a:ext cx="2030278" cy="0"/>
          </a:xfrm>
          <a:prstGeom prst="line">
            <a:avLst/>
          </a:prstGeom>
          <a:ln w="1270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3DC7AB1D-1F47-466E-8697-95F54359E52F}"/>
              </a:ext>
            </a:extLst>
          </p:cNvPr>
          <p:cNvCxnSpPr>
            <a:cxnSpLocks/>
          </p:cNvCxnSpPr>
          <p:nvPr/>
        </p:nvCxnSpPr>
        <p:spPr>
          <a:xfrm>
            <a:off x="309572" y="2261461"/>
            <a:ext cx="2030278" cy="0"/>
          </a:xfrm>
          <a:prstGeom prst="line">
            <a:avLst/>
          </a:prstGeom>
          <a:ln w="1270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BB978F54-9D81-49A3-856D-0D6077C0F2EC}"/>
              </a:ext>
            </a:extLst>
          </p:cNvPr>
          <p:cNvCxnSpPr>
            <a:cxnSpLocks/>
          </p:cNvCxnSpPr>
          <p:nvPr/>
        </p:nvCxnSpPr>
        <p:spPr>
          <a:xfrm>
            <a:off x="2181605" y="2192781"/>
            <a:ext cx="530598" cy="492300"/>
          </a:xfrm>
          <a:prstGeom prst="line">
            <a:avLst/>
          </a:prstGeom>
          <a:ln w="2540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Ellipse 1">
            <a:extLst>
              <a:ext uri="{FF2B5EF4-FFF2-40B4-BE49-F238E27FC236}">
                <a16:creationId xmlns:a16="http://schemas.microsoft.com/office/drawing/2014/main" id="{AC41D3A0-9385-48FD-8DA6-F6820D2A050A}"/>
              </a:ext>
            </a:extLst>
          </p:cNvPr>
          <p:cNvSpPr/>
          <p:nvPr/>
        </p:nvSpPr>
        <p:spPr>
          <a:xfrm>
            <a:off x="1998494" y="855494"/>
            <a:ext cx="5147012" cy="5147012"/>
          </a:xfrm>
          <a:prstGeom prst="ellipse">
            <a:avLst/>
          </a:prstGeom>
          <a:noFill/>
          <a:ln w="2540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C873B942-1D6D-493E-B4C4-FDD022703B25}"/>
              </a:ext>
            </a:extLst>
          </p:cNvPr>
          <p:cNvSpPr/>
          <p:nvPr/>
        </p:nvSpPr>
        <p:spPr>
          <a:xfrm>
            <a:off x="2549907" y="1406907"/>
            <a:ext cx="4044185" cy="4044185"/>
          </a:xfrm>
          <a:prstGeom prst="ellipse">
            <a:avLst/>
          </a:prstGeom>
          <a:noFill/>
          <a:ln w="2540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6DF971E4-F509-429D-815A-4FD5FB940F45}"/>
              </a:ext>
            </a:extLst>
          </p:cNvPr>
          <p:cNvCxnSpPr>
            <a:cxnSpLocks/>
          </p:cNvCxnSpPr>
          <p:nvPr/>
        </p:nvCxnSpPr>
        <p:spPr>
          <a:xfrm>
            <a:off x="309966" y="2136183"/>
            <a:ext cx="2030278" cy="0"/>
          </a:xfrm>
          <a:prstGeom prst="line">
            <a:avLst/>
          </a:prstGeom>
          <a:ln w="1270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4489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Bildschirmpräsentation (4:3)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Peter Nageler</dc:creator>
  <cp:lastModifiedBy>Peter Nageler</cp:lastModifiedBy>
  <cp:revision>34</cp:revision>
  <dcterms:created xsi:type="dcterms:W3CDTF">2021-07-05T08:13:43Z</dcterms:created>
  <dcterms:modified xsi:type="dcterms:W3CDTF">2021-08-26T05:49:03Z</dcterms:modified>
</cp:coreProperties>
</file>