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113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BEE52AF-3222-42BF-A840-F9B23CC0C394}"/>
              </a:ext>
            </a:extLst>
          </p:cNvPr>
          <p:cNvCxnSpPr>
            <a:cxnSpLocks/>
          </p:cNvCxnSpPr>
          <p:nvPr/>
        </p:nvCxnSpPr>
        <p:spPr>
          <a:xfrm>
            <a:off x="2686050" y="1800225"/>
            <a:ext cx="2138363" cy="4505325"/>
          </a:xfrm>
          <a:prstGeom prst="line">
            <a:avLst/>
          </a:prstGeom>
          <a:ln w="317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5E58396-7112-499E-800B-092CFD483E12}"/>
              </a:ext>
            </a:extLst>
          </p:cNvPr>
          <p:cNvCxnSpPr>
            <a:cxnSpLocks/>
          </p:cNvCxnSpPr>
          <p:nvPr/>
        </p:nvCxnSpPr>
        <p:spPr>
          <a:xfrm>
            <a:off x="952500" y="1590676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A63E83D-D285-4F79-B3DF-2600F3A07870}"/>
              </a:ext>
            </a:extLst>
          </p:cNvPr>
          <p:cNvCxnSpPr>
            <a:cxnSpLocks/>
          </p:cNvCxnSpPr>
          <p:nvPr/>
        </p:nvCxnSpPr>
        <p:spPr>
          <a:xfrm>
            <a:off x="2803921" y="781052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A8269382-280A-4282-AEB5-8C3F45DC883D}"/>
              </a:ext>
            </a:extLst>
          </p:cNvPr>
          <p:cNvCxnSpPr>
            <a:cxnSpLocks/>
          </p:cNvCxnSpPr>
          <p:nvPr/>
        </p:nvCxnSpPr>
        <p:spPr>
          <a:xfrm>
            <a:off x="3485552" y="638176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EADF03E9-160E-4223-89F2-96EFE3922D71}"/>
              </a:ext>
            </a:extLst>
          </p:cNvPr>
          <p:cNvCxnSpPr>
            <a:cxnSpLocks/>
          </p:cNvCxnSpPr>
          <p:nvPr/>
        </p:nvCxnSpPr>
        <p:spPr>
          <a:xfrm>
            <a:off x="4138612" y="547688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94AE04D-FA9D-4DE1-BF8C-41B5CCE87FAE}"/>
              </a:ext>
            </a:extLst>
          </p:cNvPr>
          <p:cNvCxnSpPr>
            <a:cxnSpLocks/>
          </p:cNvCxnSpPr>
          <p:nvPr/>
        </p:nvCxnSpPr>
        <p:spPr>
          <a:xfrm>
            <a:off x="4824412" y="514351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B0E892DB-80CD-42F3-94E4-EE2362D8CD84}"/>
              </a:ext>
            </a:extLst>
          </p:cNvPr>
          <p:cNvCxnSpPr>
            <a:cxnSpLocks/>
          </p:cNvCxnSpPr>
          <p:nvPr/>
        </p:nvCxnSpPr>
        <p:spPr>
          <a:xfrm>
            <a:off x="5343525" y="547688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BF3D5565-6885-448F-B561-1CC2F759D8C3}"/>
              </a:ext>
            </a:extLst>
          </p:cNvPr>
          <p:cNvCxnSpPr>
            <a:cxnSpLocks/>
          </p:cNvCxnSpPr>
          <p:nvPr/>
        </p:nvCxnSpPr>
        <p:spPr>
          <a:xfrm>
            <a:off x="6029325" y="671513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25E19923-8772-484B-B345-9C25F46FF4A5}"/>
              </a:ext>
            </a:extLst>
          </p:cNvPr>
          <p:cNvCxnSpPr>
            <a:cxnSpLocks/>
          </p:cNvCxnSpPr>
          <p:nvPr/>
        </p:nvCxnSpPr>
        <p:spPr>
          <a:xfrm>
            <a:off x="6624638" y="919163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A84ED58A-7F5A-43B6-987D-1124353B40A3}"/>
              </a:ext>
            </a:extLst>
          </p:cNvPr>
          <p:cNvCxnSpPr>
            <a:cxnSpLocks/>
          </p:cNvCxnSpPr>
          <p:nvPr/>
        </p:nvCxnSpPr>
        <p:spPr>
          <a:xfrm>
            <a:off x="7248525" y="1209676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8F12714D-B269-415A-B8A6-36B8D3FD656E}"/>
              </a:ext>
            </a:extLst>
          </p:cNvPr>
          <p:cNvCxnSpPr>
            <a:cxnSpLocks/>
          </p:cNvCxnSpPr>
          <p:nvPr/>
        </p:nvCxnSpPr>
        <p:spPr>
          <a:xfrm>
            <a:off x="7810500" y="1590676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881BE63A-FAA4-4046-88ED-A73D8FCE7A16}"/>
              </a:ext>
            </a:extLst>
          </p:cNvPr>
          <p:cNvCxnSpPr>
            <a:cxnSpLocks/>
          </p:cNvCxnSpPr>
          <p:nvPr/>
        </p:nvCxnSpPr>
        <p:spPr>
          <a:xfrm>
            <a:off x="1631155" y="1214439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7E2A4B02-3C51-4189-A9E9-8D084B6CFB5F}"/>
              </a:ext>
            </a:extLst>
          </p:cNvPr>
          <p:cNvCxnSpPr>
            <a:cxnSpLocks/>
          </p:cNvCxnSpPr>
          <p:nvPr/>
        </p:nvCxnSpPr>
        <p:spPr>
          <a:xfrm>
            <a:off x="2190747" y="952502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6</cp:revision>
  <dcterms:created xsi:type="dcterms:W3CDTF">2021-07-05T08:13:43Z</dcterms:created>
  <dcterms:modified xsi:type="dcterms:W3CDTF">2021-07-05T10:47:52Z</dcterms:modified>
</cp:coreProperties>
</file>