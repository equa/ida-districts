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9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eck 71">
            <a:extLst>
              <a:ext uri="{FF2B5EF4-FFF2-40B4-BE49-F238E27FC236}">
                <a16:creationId xmlns:a16="http://schemas.microsoft.com/office/drawing/2014/main" id="{9C990E31-EE13-4126-A428-60DCCFE924A8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476945" y="1350795"/>
            <a:ext cx="2889831" cy="0"/>
          </a:xfrm>
          <a:prstGeom prst="line">
            <a:avLst/>
          </a:prstGeom>
          <a:ln w="317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5FFCC617-2363-4B00-AD3B-F3E32C6886DC}"/>
              </a:ext>
            </a:extLst>
          </p:cNvPr>
          <p:cNvCxnSpPr>
            <a:cxnSpLocks/>
          </p:cNvCxnSpPr>
          <p:nvPr/>
        </p:nvCxnSpPr>
        <p:spPr>
          <a:xfrm>
            <a:off x="495667" y="5434261"/>
            <a:ext cx="2889831" cy="0"/>
          </a:xfrm>
          <a:prstGeom prst="line">
            <a:avLst/>
          </a:prstGeom>
          <a:ln w="317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Bogen 95">
            <a:extLst>
              <a:ext uri="{FF2B5EF4-FFF2-40B4-BE49-F238E27FC236}">
                <a16:creationId xmlns:a16="http://schemas.microsoft.com/office/drawing/2014/main" id="{A3649DB9-419A-4FC6-A816-A897F92C1B70}"/>
              </a:ext>
            </a:extLst>
          </p:cNvPr>
          <p:cNvSpPr/>
          <p:nvPr/>
        </p:nvSpPr>
        <p:spPr>
          <a:xfrm>
            <a:off x="2682904" y="1350795"/>
            <a:ext cx="1367744" cy="1367744"/>
          </a:xfrm>
          <a:prstGeom prst="arc">
            <a:avLst/>
          </a:prstGeom>
          <a:ln w="317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Bogen 97">
            <a:extLst>
              <a:ext uri="{FF2B5EF4-FFF2-40B4-BE49-F238E27FC236}">
                <a16:creationId xmlns:a16="http://schemas.microsoft.com/office/drawing/2014/main" id="{223ABC2A-A049-4668-AD7C-1A18626EBD0E}"/>
              </a:ext>
            </a:extLst>
          </p:cNvPr>
          <p:cNvSpPr/>
          <p:nvPr/>
        </p:nvSpPr>
        <p:spPr>
          <a:xfrm rot="5400000">
            <a:off x="2682904" y="1337347"/>
            <a:ext cx="1367744" cy="1367744"/>
          </a:xfrm>
          <a:prstGeom prst="arc">
            <a:avLst/>
          </a:prstGeom>
          <a:ln w="317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Bogen 98">
            <a:extLst>
              <a:ext uri="{FF2B5EF4-FFF2-40B4-BE49-F238E27FC236}">
                <a16:creationId xmlns:a16="http://schemas.microsoft.com/office/drawing/2014/main" id="{5A065F1D-3C9B-47D8-AA79-7DB66FC9C180}"/>
              </a:ext>
            </a:extLst>
          </p:cNvPr>
          <p:cNvSpPr/>
          <p:nvPr/>
        </p:nvSpPr>
        <p:spPr>
          <a:xfrm rot="10800000">
            <a:off x="2721004" y="2709305"/>
            <a:ext cx="1367744" cy="1367744"/>
          </a:xfrm>
          <a:prstGeom prst="arc">
            <a:avLst/>
          </a:prstGeom>
          <a:ln w="317500">
            <a:solidFill>
              <a:srgbClr val="42C6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Bogen 99">
            <a:extLst>
              <a:ext uri="{FF2B5EF4-FFF2-40B4-BE49-F238E27FC236}">
                <a16:creationId xmlns:a16="http://schemas.microsoft.com/office/drawing/2014/main" id="{A6639968-DDC5-4C5B-90BE-B18A981E9124}"/>
              </a:ext>
            </a:extLst>
          </p:cNvPr>
          <p:cNvSpPr/>
          <p:nvPr/>
        </p:nvSpPr>
        <p:spPr>
          <a:xfrm rot="16200000">
            <a:off x="2721004" y="2695857"/>
            <a:ext cx="1367744" cy="1367744"/>
          </a:xfrm>
          <a:prstGeom prst="arc">
            <a:avLst/>
          </a:prstGeom>
          <a:ln w="317500">
            <a:solidFill>
              <a:srgbClr val="E7C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Bogen 100">
            <a:extLst>
              <a:ext uri="{FF2B5EF4-FFF2-40B4-BE49-F238E27FC236}">
                <a16:creationId xmlns:a16="http://schemas.microsoft.com/office/drawing/2014/main" id="{977F1D58-DB89-462B-A169-F26F404DD08B}"/>
              </a:ext>
            </a:extLst>
          </p:cNvPr>
          <p:cNvSpPr/>
          <p:nvPr/>
        </p:nvSpPr>
        <p:spPr>
          <a:xfrm>
            <a:off x="2701626" y="4079965"/>
            <a:ext cx="1367744" cy="1367744"/>
          </a:xfrm>
          <a:prstGeom prst="arc">
            <a:avLst/>
          </a:prstGeom>
          <a:ln w="317500">
            <a:solidFill>
              <a:srgbClr val="44B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Bogen 101">
            <a:extLst>
              <a:ext uri="{FF2B5EF4-FFF2-40B4-BE49-F238E27FC236}">
                <a16:creationId xmlns:a16="http://schemas.microsoft.com/office/drawing/2014/main" id="{61D1ACB2-D41F-4D47-ABB7-C028B1BD1375}"/>
              </a:ext>
            </a:extLst>
          </p:cNvPr>
          <p:cNvSpPr/>
          <p:nvPr/>
        </p:nvSpPr>
        <p:spPr>
          <a:xfrm rot="5400000">
            <a:off x="2701626" y="4066517"/>
            <a:ext cx="1367744" cy="1367744"/>
          </a:xfrm>
          <a:prstGeom prst="arc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F9B0D6E3-F320-4EAB-94F0-CD8723B76484}"/>
              </a:ext>
            </a:extLst>
          </p:cNvPr>
          <p:cNvGrpSpPr/>
          <p:nvPr/>
        </p:nvGrpSpPr>
        <p:grpSpPr>
          <a:xfrm rot="10800000">
            <a:off x="5108353" y="1365913"/>
            <a:ext cx="3611803" cy="4110362"/>
            <a:chOff x="3146182" y="1365913"/>
            <a:chExt cx="3611803" cy="4110362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2CAAAEB4-0359-4722-8C28-C99B9666D526}"/>
                </a:ext>
              </a:extLst>
            </p:cNvPr>
            <p:cNvCxnSpPr>
              <a:cxnSpLocks/>
            </p:cNvCxnSpPr>
            <p:nvPr/>
          </p:nvCxnSpPr>
          <p:spPr>
            <a:xfrm>
              <a:off x="3146182" y="1379361"/>
              <a:ext cx="2889831" cy="0"/>
            </a:xfrm>
            <a:prstGeom prst="line">
              <a:avLst/>
            </a:prstGeom>
            <a:ln w="317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D517F35E-9411-4335-B70F-67D556D10E1F}"/>
                </a:ext>
              </a:extLst>
            </p:cNvPr>
            <p:cNvCxnSpPr>
              <a:cxnSpLocks/>
            </p:cNvCxnSpPr>
            <p:nvPr/>
          </p:nvCxnSpPr>
          <p:spPr>
            <a:xfrm>
              <a:off x="3164904" y="5462827"/>
              <a:ext cx="2889831" cy="0"/>
            </a:xfrm>
            <a:prstGeom prst="line">
              <a:avLst/>
            </a:prstGeom>
            <a:ln w="317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Bogen 113">
              <a:extLst>
                <a:ext uri="{FF2B5EF4-FFF2-40B4-BE49-F238E27FC236}">
                  <a16:creationId xmlns:a16="http://schemas.microsoft.com/office/drawing/2014/main" id="{E8D01CED-1DED-42B3-8572-EB45189DBF9B}"/>
                </a:ext>
              </a:extLst>
            </p:cNvPr>
            <p:cNvSpPr/>
            <p:nvPr/>
          </p:nvSpPr>
          <p:spPr>
            <a:xfrm>
              <a:off x="5352141" y="1379361"/>
              <a:ext cx="1367744" cy="1367744"/>
            </a:xfrm>
            <a:prstGeom prst="arc">
              <a:avLst/>
            </a:prstGeom>
            <a:ln w="317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Bogen 114">
              <a:extLst>
                <a:ext uri="{FF2B5EF4-FFF2-40B4-BE49-F238E27FC236}">
                  <a16:creationId xmlns:a16="http://schemas.microsoft.com/office/drawing/2014/main" id="{00C239FC-AE22-415D-901D-C4A28A82F30F}"/>
                </a:ext>
              </a:extLst>
            </p:cNvPr>
            <p:cNvSpPr/>
            <p:nvPr/>
          </p:nvSpPr>
          <p:spPr>
            <a:xfrm rot="5400000">
              <a:off x="5352141" y="1365913"/>
              <a:ext cx="1367744" cy="1367744"/>
            </a:xfrm>
            <a:prstGeom prst="arc">
              <a:avLst/>
            </a:prstGeom>
            <a:ln w="317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Bogen 115">
              <a:extLst>
                <a:ext uri="{FF2B5EF4-FFF2-40B4-BE49-F238E27FC236}">
                  <a16:creationId xmlns:a16="http://schemas.microsoft.com/office/drawing/2014/main" id="{D294AC43-BE11-42A5-9356-34D1404C460B}"/>
                </a:ext>
              </a:extLst>
            </p:cNvPr>
            <p:cNvSpPr/>
            <p:nvPr/>
          </p:nvSpPr>
          <p:spPr>
            <a:xfrm rot="10800000">
              <a:off x="5390241" y="2737871"/>
              <a:ext cx="1367744" cy="1367744"/>
            </a:xfrm>
            <a:prstGeom prst="arc">
              <a:avLst/>
            </a:prstGeom>
            <a:ln w="317500">
              <a:solidFill>
                <a:srgbClr val="42C6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Bogen 116">
              <a:extLst>
                <a:ext uri="{FF2B5EF4-FFF2-40B4-BE49-F238E27FC236}">
                  <a16:creationId xmlns:a16="http://schemas.microsoft.com/office/drawing/2014/main" id="{14D76910-C8D1-4747-8079-DB8E5DCE4D73}"/>
                </a:ext>
              </a:extLst>
            </p:cNvPr>
            <p:cNvSpPr/>
            <p:nvPr/>
          </p:nvSpPr>
          <p:spPr>
            <a:xfrm rot="16200000">
              <a:off x="5390241" y="2724423"/>
              <a:ext cx="1367744" cy="1367744"/>
            </a:xfrm>
            <a:prstGeom prst="arc">
              <a:avLst/>
            </a:prstGeom>
            <a:ln w="317500">
              <a:solidFill>
                <a:srgbClr val="E7CF2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Bogen 117">
              <a:extLst>
                <a:ext uri="{FF2B5EF4-FFF2-40B4-BE49-F238E27FC236}">
                  <a16:creationId xmlns:a16="http://schemas.microsoft.com/office/drawing/2014/main" id="{11778623-296E-4595-9EDA-70F4AC1F0B9D}"/>
                </a:ext>
              </a:extLst>
            </p:cNvPr>
            <p:cNvSpPr/>
            <p:nvPr/>
          </p:nvSpPr>
          <p:spPr>
            <a:xfrm>
              <a:off x="5370863" y="4108531"/>
              <a:ext cx="1367744" cy="1367744"/>
            </a:xfrm>
            <a:prstGeom prst="arc">
              <a:avLst/>
            </a:prstGeom>
            <a:ln w="317500">
              <a:solidFill>
                <a:srgbClr val="44B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Bogen 118">
              <a:extLst>
                <a:ext uri="{FF2B5EF4-FFF2-40B4-BE49-F238E27FC236}">
                  <a16:creationId xmlns:a16="http://schemas.microsoft.com/office/drawing/2014/main" id="{61BB785C-0339-478D-AF54-F64D58625614}"/>
                </a:ext>
              </a:extLst>
            </p:cNvPr>
            <p:cNvSpPr/>
            <p:nvPr/>
          </p:nvSpPr>
          <p:spPr>
            <a:xfrm rot="5400000">
              <a:off x="5370863" y="4095083"/>
              <a:ext cx="1367744" cy="1367744"/>
            </a:xfrm>
            <a:prstGeom prst="arc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13</cp:revision>
  <dcterms:created xsi:type="dcterms:W3CDTF">2021-07-05T08:13:43Z</dcterms:created>
  <dcterms:modified xsi:type="dcterms:W3CDTF">2021-07-05T13:13:09Z</dcterms:modified>
</cp:coreProperties>
</file>