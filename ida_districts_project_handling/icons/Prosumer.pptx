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43463" y="800463"/>
            <a:ext cx="5257073" cy="5257073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03848" y="1360848"/>
            <a:ext cx="4136302" cy="413630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53E67F9-C168-EFE9-BCC8-51E66EB75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959" y="2037771"/>
            <a:ext cx="2652081" cy="278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29</cp:revision>
  <dcterms:created xsi:type="dcterms:W3CDTF">2021-07-05T08:13:43Z</dcterms:created>
  <dcterms:modified xsi:type="dcterms:W3CDTF">2022-06-29T11:10:05Z</dcterms:modified>
</cp:coreProperties>
</file>