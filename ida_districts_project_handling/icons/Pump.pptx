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llipse 15">
            <a:extLst>
              <a:ext uri="{FF2B5EF4-FFF2-40B4-BE49-F238E27FC236}">
                <a16:creationId xmlns:a16="http://schemas.microsoft.com/office/drawing/2014/main" id="{11829F66-3CBE-4EDA-9455-0C8566CEEC9C}"/>
              </a:ext>
            </a:extLst>
          </p:cNvPr>
          <p:cNvSpPr/>
          <p:nvPr/>
        </p:nvSpPr>
        <p:spPr>
          <a:xfrm>
            <a:off x="1593532" y="450532"/>
            <a:ext cx="5956935" cy="5956935"/>
          </a:xfrm>
          <a:prstGeom prst="ellipse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leichschenkliges Dreieck 19">
            <a:extLst>
              <a:ext uri="{FF2B5EF4-FFF2-40B4-BE49-F238E27FC236}">
                <a16:creationId xmlns:a16="http://schemas.microsoft.com/office/drawing/2014/main" id="{2C77BBFA-E2D6-4B84-A8F9-D1D92FE8BFE6}"/>
              </a:ext>
            </a:extLst>
          </p:cNvPr>
          <p:cNvSpPr/>
          <p:nvPr/>
        </p:nvSpPr>
        <p:spPr>
          <a:xfrm rot="5400000">
            <a:off x="3002690" y="1437004"/>
            <a:ext cx="4621427" cy="3983989"/>
          </a:xfrm>
          <a:prstGeom prst="triangle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8</cp:revision>
  <dcterms:created xsi:type="dcterms:W3CDTF">2021-07-05T08:13:43Z</dcterms:created>
  <dcterms:modified xsi:type="dcterms:W3CDTF">2021-07-05T11:08:51Z</dcterms:modified>
</cp:coreProperties>
</file>