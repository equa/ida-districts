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4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A47B220-CA50-44DD-B3B9-70118C75A358}"/>
              </a:ext>
            </a:extLst>
          </p:cNvPr>
          <p:cNvCxnSpPr>
            <a:cxnSpLocks/>
          </p:cNvCxnSpPr>
          <p:nvPr/>
        </p:nvCxnSpPr>
        <p:spPr>
          <a:xfrm flipH="1">
            <a:off x="985539" y="3269609"/>
            <a:ext cx="3849932" cy="0"/>
          </a:xfrm>
          <a:prstGeom prst="line">
            <a:avLst/>
          </a:prstGeom>
          <a:ln w="508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847A429-ADFB-4E0A-9021-85163EEB1FBA}"/>
              </a:ext>
            </a:extLst>
          </p:cNvPr>
          <p:cNvCxnSpPr>
            <a:cxnSpLocks/>
          </p:cNvCxnSpPr>
          <p:nvPr/>
        </p:nvCxnSpPr>
        <p:spPr>
          <a:xfrm flipH="1">
            <a:off x="4869810" y="247475"/>
            <a:ext cx="3119242" cy="3022134"/>
          </a:xfrm>
          <a:prstGeom prst="line">
            <a:avLst/>
          </a:prstGeom>
          <a:ln w="508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9FCCCC0-1449-5A1E-0F41-812ABC18910B}"/>
              </a:ext>
            </a:extLst>
          </p:cNvPr>
          <p:cNvCxnSpPr>
            <a:cxnSpLocks/>
          </p:cNvCxnSpPr>
          <p:nvPr/>
        </p:nvCxnSpPr>
        <p:spPr>
          <a:xfrm flipH="1" flipV="1">
            <a:off x="4760752" y="3237936"/>
            <a:ext cx="3347208" cy="3225781"/>
          </a:xfrm>
          <a:prstGeom prst="line">
            <a:avLst/>
          </a:prstGeom>
          <a:ln w="508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9</cp:revision>
  <dcterms:created xsi:type="dcterms:W3CDTF">2021-07-05T08:13:43Z</dcterms:created>
  <dcterms:modified xsi:type="dcterms:W3CDTF">2022-09-27T11:47:32Z</dcterms:modified>
</cp:coreProperties>
</file>