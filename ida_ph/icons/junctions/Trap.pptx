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6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68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898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711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578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3016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783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513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895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225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1894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386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5968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8B4063-AEA1-4CC7-9D8A-FE7523F4D7B2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44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hteck 48">
            <a:extLst>
              <a:ext uri="{FF2B5EF4-FFF2-40B4-BE49-F238E27FC236}">
                <a16:creationId xmlns:a16="http://schemas.microsoft.com/office/drawing/2014/main" id="{CF3B5C4C-D0C1-4EA4-89C6-032F07EEAAD2}"/>
              </a:ext>
            </a:extLst>
          </p:cNvPr>
          <p:cNvSpPr/>
          <p:nvPr/>
        </p:nvSpPr>
        <p:spPr>
          <a:xfrm>
            <a:off x="1740243" y="597243"/>
            <a:ext cx="5663514" cy="5663514"/>
          </a:xfrm>
          <a:prstGeom prst="rect">
            <a:avLst/>
          </a:prstGeom>
          <a:noFill/>
          <a:ln w="3175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0" name="Gerader Verbinder 49">
            <a:extLst>
              <a:ext uri="{FF2B5EF4-FFF2-40B4-BE49-F238E27FC236}">
                <a16:creationId xmlns:a16="http://schemas.microsoft.com/office/drawing/2014/main" id="{1D08A5AE-5A37-4397-8DD2-889F02635B6A}"/>
              </a:ext>
            </a:extLst>
          </p:cNvPr>
          <p:cNvCxnSpPr>
            <a:cxnSpLocks/>
          </p:cNvCxnSpPr>
          <p:nvPr/>
        </p:nvCxnSpPr>
        <p:spPr>
          <a:xfrm flipV="1">
            <a:off x="4572000" y="1490792"/>
            <a:ext cx="0" cy="2133857"/>
          </a:xfrm>
          <a:prstGeom prst="line">
            <a:avLst/>
          </a:prstGeom>
          <a:ln w="317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Gerader Verbinder 50">
            <a:extLst>
              <a:ext uri="{FF2B5EF4-FFF2-40B4-BE49-F238E27FC236}">
                <a16:creationId xmlns:a16="http://schemas.microsoft.com/office/drawing/2014/main" id="{8CFAC4D7-414C-4598-B9FE-686B796AD526}"/>
              </a:ext>
            </a:extLst>
          </p:cNvPr>
          <p:cNvCxnSpPr>
            <a:cxnSpLocks/>
          </p:cNvCxnSpPr>
          <p:nvPr/>
        </p:nvCxnSpPr>
        <p:spPr>
          <a:xfrm flipH="1">
            <a:off x="3966520" y="1490792"/>
            <a:ext cx="1178010" cy="10318"/>
          </a:xfrm>
          <a:prstGeom prst="line">
            <a:avLst/>
          </a:prstGeom>
          <a:ln w="317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Gerader Verbinder 53">
            <a:extLst>
              <a:ext uri="{FF2B5EF4-FFF2-40B4-BE49-F238E27FC236}">
                <a16:creationId xmlns:a16="http://schemas.microsoft.com/office/drawing/2014/main" id="{D83F8409-1A5A-4AD7-A690-DF8A02DF31A4}"/>
              </a:ext>
            </a:extLst>
          </p:cNvPr>
          <p:cNvCxnSpPr>
            <a:cxnSpLocks/>
          </p:cNvCxnSpPr>
          <p:nvPr/>
        </p:nvCxnSpPr>
        <p:spPr>
          <a:xfrm flipH="1">
            <a:off x="2809103" y="3502904"/>
            <a:ext cx="3307493" cy="0"/>
          </a:xfrm>
          <a:prstGeom prst="line">
            <a:avLst/>
          </a:prstGeom>
          <a:ln w="317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44897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Bildschirmpräsentation (4:3)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Peter Nageler</dc:creator>
  <cp:lastModifiedBy>Peter Nageler</cp:lastModifiedBy>
  <cp:revision>10</cp:revision>
  <dcterms:created xsi:type="dcterms:W3CDTF">2021-07-05T08:13:43Z</dcterms:created>
  <dcterms:modified xsi:type="dcterms:W3CDTF">2021-07-05T12:35:32Z</dcterms:modified>
</cp:coreProperties>
</file>