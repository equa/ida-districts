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H="1">
            <a:off x="528340" y="4802555"/>
            <a:ext cx="8057722" cy="0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847A429-ADFB-4E0A-9021-85163EEB1FBA}"/>
              </a:ext>
            </a:extLst>
          </p:cNvPr>
          <p:cNvCxnSpPr>
            <a:cxnSpLocks/>
          </p:cNvCxnSpPr>
          <p:nvPr/>
        </p:nvCxnSpPr>
        <p:spPr>
          <a:xfrm>
            <a:off x="4378272" y="774915"/>
            <a:ext cx="0" cy="4027640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8</cp:revision>
  <dcterms:created xsi:type="dcterms:W3CDTF">2021-07-05T08:13:43Z</dcterms:created>
  <dcterms:modified xsi:type="dcterms:W3CDTF">2021-08-24T12:35:28Z</dcterms:modified>
</cp:coreProperties>
</file>