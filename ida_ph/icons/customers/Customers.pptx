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4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AC41D3A0-9385-48FD-8DA6-F6820D2A050A}"/>
              </a:ext>
            </a:extLst>
          </p:cNvPr>
          <p:cNvSpPr/>
          <p:nvPr/>
        </p:nvSpPr>
        <p:spPr>
          <a:xfrm>
            <a:off x="1998494" y="855494"/>
            <a:ext cx="5147012" cy="5147012"/>
          </a:xfrm>
          <a:prstGeom prst="ellipse">
            <a:avLst/>
          </a:prstGeom>
          <a:noFill/>
          <a:ln w="254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873B942-1D6D-493E-B4C4-FDD022703B25}"/>
              </a:ext>
            </a:extLst>
          </p:cNvPr>
          <p:cNvSpPr/>
          <p:nvPr/>
        </p:nvSpPr>
        <p:spPr>
          <a:xfrm>
            <a:off x="2549907" y="1406907"/>
            <a:ext cx="4044185" cy="4044185"/>
          </a:xfrm>
          <a:prstGeom prst="ellipse">
            <a:avLst/>
          </a:prstGeom>
          <a:noFill/>
          <a:ln w="254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30</cp:revision>
  <dcterms:created xsi:type="dcterms:W3CDTF">2021-07-05T08:13:43Z</dcterms:created>
  <dcterms:modified xsi:type="dcterms:W3CDTF">2025-07-15T10:19:59Z</dcterms:modified>
</cp:coreProperties>
</file>