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B2C4"/>
    <a:srgbClr val="42C642"/>
    <a:srgbClr val="E7C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64" d="100"/>
          <a:sy n="164" d="100"/>
        </p:scale>
        <p:origin x="884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98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11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578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3016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978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13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895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225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189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38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596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B4063-AEA1-4CC7-9D8A-FE7523F4D7B2}" type="datetimeFigureOut">
              <a:rPr lang="en-US" smtClean="0"/>
              <a:t>8/26/2021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5D7BEF-38FE-4868-B713-E673A9F5652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4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vgsilh.com/fr/image/1363011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AC41D3A0-9385-48FD-8DA6-F6820D2A050A}"/>
              </a:ext>
            </a:extLst>
          </p:cNvPr>
          <p:cNvSpPr/>
          <p:nvPr/>
        </p:nvSpPr>
        <p:spPr>
          <a:xfrm>
            <a:off x="1998494" y="855494"/>
            <a:ext cx="5147012" cy="5147012"/>
          </a:xfrm>
          <a:prstGeom prst="ellipse">
            <a:avLst/>
          </a:prstGeom>
          <a:noFill/>
          <a:ln w="254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C873B942-1D6D-493E-B4C4-FDD022703B25}"/>
              </a:ext>
            </a:extLst>
          </p:cNvPr>
          <p:cNvSpPr/>
          <p:nvPr/>
        </p:nvSpPr>
        <p:spPr>
          <a:xfrm>
            <a:off x="2549907" y="1406907"/>
            <a:ext cx="4044185" cy="4044185"/>
          </a:xfrm>
          <a:prstGeom prst="ellipse">
            <a:avLst/>
          </a:prstGeom>
          <a:noFill/>
          <a:ln w="2540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E81DB87-B691-4323-BAAB-DD16F1D29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891402" y="1748402"/>
            <a:ext cx="3361196" cy="3361196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044897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Bildschirmpräsentation (4:3)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Peter Nageler</dc:creator>
  <cp:lastModifiedBy>Peter Nageler</cp:lastModifiedBy>
  <cp:revision>28</cp:revision>
  <dcterms:created xsi:type="dcterms:W3CDTF">2021-07-05T08:13:43Z</dcterms:created>
  <dcterms:modified xsi:type="dcterms:W3CDTF">2021-08-26T05:36:44Z</dcterms:modified>
</cp:coreProperties>
</file>