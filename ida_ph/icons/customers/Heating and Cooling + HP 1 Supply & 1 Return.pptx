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AC3"/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66B29EBC-CAF5-4EF0-89ED-AB5A12523CEA}"/>
              </a:ext>
            </a:extLst>
          </p:cNvPr>
          <p:cNvCxnSpPr>
            <a:cxnSpLocks/>
          </p:cNvCxnSpPr>
          <p:nvPr/>
        </p:nvCxnSpPr>
        <p:spPr>
          <a:xfrm flipV="1">
            <a:off x="2072898" y="4010186"/>
            <a:ext cx="643180" cy="454617"/>
          </a:xfrm>
          <a:prstGeom prst="line">
            <a:avLst/>
          </a:prstGeom>
          <a:ln w="2540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D8069B8-CBBE-4883-9433-187CFBE5287D}"/>
              </a:ext>
            </a:extLst>
          </p:cNvPr>
          <p:cNvCxnSpPr>
            <a:cxnSpLocks/>
          </p:cNvCxnSpPr>
          <p:nvPr/>
        </p:nvCxnSpPr>
        <p:spPr>
          <a:xfrm>
            <a:off x="325069" y="4466093"/>
            <a:ext cx="1858254" cy="0"/>
          </a:xfrm>
          <a:prstGeom prst="line">
            <a:avLst/>
          </a:prstGeom>
          <a:ln w="127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22E037B-CBDA-4970-97B3-A6D96A44B127}"/>
              </a:ext>
            </a:extLst>
          </p:cNvPr>
          <p:cNvCxnSpPr>
            <a:cxnSpLocks/>
          </p:cNvCxnSpPr>
          <p:nvPr/>
        </p:nvCxnSpPr>
        <p:spPr>
          <a:xfrm>
            <a:off x="325069" y="4340816"/>
            <a:ext cx="1858254" cy="0"/>
          </a:xfrm>
          <a:prstGeom prst="line">
            <a:avLst/>
          </a:prstGeom>
          <a:ln w="1270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1A84BDC5-66D1-4E69-B58F-C7CED0A9A2A6}"/>
              </a:ext>
            </a:extLst>
          </p:cNvPr>
          <p:cNvCxnSpPr>
            <a:cxnSpLocks/>
          </p:cNvCxnSpPr>
          <p:nvPr/>
        </p:nvCxnSpPr>
        <p:spPr>
          <a:xfrm>
            <a:off x="325069" y="2515890"/>
            <a:ext cx="1858254" cy="0"/>
          </a:xfrm>
          <a:prstGeom prst="line">
            <a:avLst/>
          </a:prstGeom>
          <a:ln w="127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BCC2BF7-605D-48E0-9641-E7D4CCEF3716}"/>
              </a:ext>
            </a:extLst>
          </p:cNvPr>
          <p:cNvCxnSpPr>
            <a:cxnSpLocks/>
          </p:cNvCxnSpPr>
          <p:nvPr/>
        </p:nvCxnSpPr>
        <p:spPr>
          <a:xfrm>
            <a:off x="2072898" y="2390613"/>
            <a:ext cx="596685" cy="294468"/>
          </a:xfrm>
          <a:prstGeom prst="line">
            <a:avLst/>
          </a:prstGeom>
          <a:ln w="254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978F54-9D81-49A3-856D-0D6077C0F2EC}"/>
              </a:ext>
            </a:extLst>
          </p:cNvPr>
          <p:cNvCxnSpPr>
            <a:cxnSpLocks/>
          </p:cNvCxnSpPr>
          <p:nvPr/>
        </p:nvCxnSpPr>
        <p:spPr>
          <a:xfrm>
            <a:off x="325069" y="2390613"/>
            <a:ext cx="1858254" cy="0"/>
          </a:xfrm>
          <a:prstGeom prst="line">
            <a:avLst/>
          </a:prstGeom>
          <a:ln w="1270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D0740AA4-5496-4ED4-B6F8-CC515D2A8987}"/>
              </a:ext>
            </a:extLst>
          </p:cNvPr>
          <p:cNvSpPr txBox="1"/>
          <p:nvPr/>
        </p:nvSpPr>
        <p:spPr>
          <a:xfrm>
            <a:off x="3028373" y="1843950"/>
            <a:ext cx="3206928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AT" sz="20000" b="1" dirty="0">
                <a:gradFill>
                  <a:gsLst>
                    <a:gs pos="0">
                      <a:srgbClr val="FF0000"/>
                    </a:gs>
                    <a:gs pos="43000">
                      <a:srgbClr val="FDCAC3"/>
                    </a:gs>
                    <a:gs pos="65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rPr>
              <a:t>HP</a:t>
            </a:r>
            <a:endParaRPr lang="en-US" sz="20000" b="1" dirty="0">
              <a:gradFill>
                <a:gsLst>
                  <a:gs pos="0">
                    <a:srgbClr val="FF0000"/>
                  </a:gs>
                  <a:gs pos="43000">
                    <a:srgbClr val="FDCAC3"/>
                  </a:gs>
                  <a:gs pos="65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5"/>
            <a:ext cx="5147012" cy="514701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8"/>
            <a:ext cx="4044185" cy="4044185"/>
          </a:xfrm>
          <a:prstGeom prst="ellipse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Office PowerPoint</Application>
  <PresentationFormat>Bildschirmpräsentation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33</cp:revision>
  <dcterms:created xsi:type="dcterms:W3CDTF">2021-07-05T08:13:43Z</dcterms:created>
  <dcterms:modified xsi:type="dcterms:W3CDTF">2021-08-26T06:37:41Z</dcterms:modified>
</cp:coreProperties>
</file>