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A61C25D-BEA1-4084-AD03-C0F963F8C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243" y="395908"/>
            <a:ext cx="5842760" cy="5694928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298444E2-D02A-4BC8-A098-E05DF5204967}"/>
              </a:ext>
            </a:extLst>
          </p:cNvPr>
          <p:cNvSpPr/>
          <p:nvPr/>
        </p:nvSpPr>
        <p:spPr>
          <a:xfrm>
            <a:off x="1740243" y="597243"/>
            <a:ext cx="5663514" cy="5663514"/>
          </a:xfrm>
          <a:prstGeom prst="rect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17</cp:revision>
  <dcterms:created xsi:type="dcterms:W3CDTF">2021-07-05T08:13:43Z</dcterms:created>
  <dcterms:modified xsi:type="dcterms:W3CDTF">2021-08-26T07:22:25Z</dcterms:modified>
</cp:coreProperties>
</file>