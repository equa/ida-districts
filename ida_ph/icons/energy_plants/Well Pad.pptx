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6DD08F3A-D840-40BA-AA8A-7B71364F2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879" y="451361"/>
            <a:ext cx="3426242" cy="5839191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298444E2-D02A-4BC8-A098-E05DF5204967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noFill/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19</cp:revision>
  <dcterms:created xsi:type="dcterms:W3CDTF">2021-07-05T08:13:43Z</dcterms:created>
  <dcterms:modified xsi:type="dcterms:W3CDTF">2021-08-26T07:57:31Z</dcterms:modified>
</cp:coreProperties>
</file>