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5D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6" autoAdjust="0"/>
    <p:restoredTop sz="94660"/>
  </p:normalViewPr>
  <p:slideViewPr>
    <p:cSldViewPr snapToGrid="0">
      <p:cViewPr varScale="1">
        <p:scale>
          <a:sx n="99" d="100"/>
          <a:sy n="99" d="100"/>
        </p:scale>
        <p:origin x="69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51F738-2710-B5C5-8FED-F86989C91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082121E-25DB-F4D4-150E-857B8A3B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446F8C-620F-4F03-849A-98A290588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7A5513-27CB-9A45-A7D9-AE8C8547A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7E41A7-DEB3-CEFA-E823-CFF09B91D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596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E98432-2744-2A9A-C7AB-71CFB4B5A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E76D38-7E08-9930-744A-F13D539B4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28BEA0-DC11-5817-ABEA-B7FEBE106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8AA4EC-E936-9312-A6CF-F9EB2AA76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7CC9-F733-F9F5-CA8E-9A4308519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345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2DA6C7-6B2D-492B-886E-234A825FC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D5479F-6EB9-7854-CDA1-14DC6138F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4E6B47-BB45-814F-223A-49FB2B4C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66E89A-0F61-8B18-A408-ECD4904A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E413B9-F527-F17E-6CDA-8CC2818BE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48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817509-566A-37BA-4DB1-270E3061B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5BD37C-D78F-489C-DE87-921CD3A51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CEE800A-6FC0-1A2C-9808-EBDAA5E21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509EC2-D8E1-48A2-3B3A-61A677FC9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E4CEF07-1D94-A9DD-9A90-EC0E980FB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DAF19E-299E-D810-24A8-CF74B6A23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4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0DD5A7-A540-244C-F89F-7F5DE5E0F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83592CB-0AA5-D180-1B5C-333BAA1C5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C9B9396-051A-D642-D193-FEAD4646B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10B296-8DD7-54B0-C9E9-882CFD254B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2A69122-9C6E-592E-F814-3D383E837D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A059E2D-AF5B-27F1-3ECA-5563F824A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3DAFDCD-9077-8AF5-6129-E5AEF209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78FB012-D34B-0B5D-E497-852C4C72C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84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0095A1-463E-39C5-9056-E102C4426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29EF359-A2D0-1E44-AD62-187051FB1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CFF998C-767A-0DE6-4328-D442A0A02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BC5E699-B561-82E4-3A25-7BD7BC8C0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61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9E072A5-C877-8AF6-B6C5-CF188FF2A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06166A6-C6EF-3282-1983-6D7F02D7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8359F5-54DE-87A1-EDC2-8B5337E1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78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4786CE-E4D2-9737-BBC2-F994819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3FEB75-5134-1936-9068-AA2DD7C52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5824278-4B75-5AD0-684A-9FDB421EE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8878F0-1314-298C-EE83-439D8AC93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F1251B-4868-F7C4-57A4-05C15458C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1A7C149-6774-6BBB-0603-6E841D0E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490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B9EE98-48E4-97B9-BC2D-964D70165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4EDC9A6-5B3D-AB61-49BE-6EC969FD52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73D7B3-F69F-847F-38EC-2DFDC6F2B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A803881-D9A4-70AD-C4D7-498EBB007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1FDEC4-1DAF-E25F-62BA-821179943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C5C0B8-3DE9-7181-3A67-6633FE1B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330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B8AB4A-0BC0-064F-E146-9C6230091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FC0EF28-B36B-CAED-0DC4-682F42B3B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14E053-EB1C-5E6A-EC3D-46AECC2D7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8E42E1-7C14-5D37-547B-DBEBD5667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2AFCA5-D246-FE25-E00E-A199B443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973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4A07C52-AE44-CE80-254F-ED450C9C53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A9481A1-E772-33DB-348D-1CC3CDB24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EFE9CE-04E4-901D-A209-174754A6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95F1E2-6408-E52E-ACEB-CCE0C0DB0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9BF2DB-646D-957A-5565-6DD04380B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18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FBE01D9-5D9E-0788-5FEE-7ABD2E17D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E477F8-F012-84EC-4882-D624B0AE5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E5BD56-CCCE-869D-9B05-56243219FB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A1A64E-6F1C-45A7-E22B-9DFCAEDEA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0FD5EB-1750-84BB-7D9C-BA1AE8A3F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7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ixabay.com/illustrations/snow-flake-icon-button-cold-frost-1459483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779B0D58-8897-0957-6A6D-0702060DC777}"/>
              </a:ext>
            </a:extLst>
          </p:cNvPr>
          <p:cNvCxnSpPr>
            <a:cxnSpLocks/>
          </p:cNvCxnSpPr>
          <p:nvPr/>
        </p:nvCxnSpPr>
        <p:spPr>
          <a:xfrm>
            <a:off x="4990870" y="4629751"/>
            <a:ext cx="0" cy="1327006"/>
          </a:xfrm>
          <a:prstGeom prst="line">
            <a:avLst/>
          </a:prstGeom>
          <a:ln w="190500">
            <a:solidFill>
              <a:srgbClr val="AB5D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FBDEA735-B1CA-BF16-AD7C-B9E82229352C}"/>
              </a:ext>
            </a:extLst>
          </p:cNvPr>
          <p:cNvCxnSpPr>
            <a:cxnSpLocks/>
          </p:cNvCxnSpPr>
          <p:nvPr/>
        </p:nvCxnSpPr>
        <p:spPr>
          <a:xfrm flipH="1">
            <a:off x="3213719" y="2723140"/>
            <a:ext cx="1476992" cy="0"/>
          </a:xfrm>
          <a:prstGeom prst="line">
            <a:avLst/>
          </a:prstGeom>
          <a:ln w="1905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3D22EF97-B825-4C09-A27B-F23E41B69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891" y="1425221"/>
            <a:ext cx="2989455" cy="4147937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298444E2-D02A-4BC8-A098-E05DF5204967}"/>
              </a:ext>
            </a:extLst>
          </p:cNvPr>
          <p:cNvSpPr/>
          <p:nvPr/>
        </p:nvSpPr>
        <p:spPr>
          <a:xfrm>
            <a:off x="3264243" y="597243"/>
            <a:ext cx="5663514" cy="5663514"/>
          </a:xfrm>
          <a:prstGeom prst="rect">
            <a:avLst/>
          </a:prstGeom>
          <a:noFill/>
          <a:ln w="317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ABD07EF-BD3C-0F4E-7E27-ADE6639B5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846651" y="2542934"/>
            <a:ext cx="2249349" cy="2249349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BC764A3-650F-CC51-292D-A63F95F7AF07}"/>
              </a:ext>
            </a:extLst>
          </p:cNvPr>
          <p:cNvCxnSpPr>
            <a:cxnSpLocks/>
          </p:cNvCxnSpPr>
          <p:nvPr/>
        </p:nvCxnSpPr>
        <p:spPr>
          <a:xfrm flipH="1">
            <a:off x="4920143" y="5862786"/>
            <a:ext cx="3590488" cy="0"/>
          </a:xfrm>
          <a:prstGeom prst="line">
            <a:avLst/>
          </a:prstGeom>
          <a:ln w="190500">
            <a:solidFill>
              <a:srgbClr val="AB5D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C7153E87-31CA-ADA2-BF8D-DFBA4715A183}"/>
              </a:ext>
            </a:extLst>
          </p:cNvPr>
          <p:cNvCxnSpPr>
            <a:cxnSpLocks/>
          </p:cNvCxnSpPr>
          <p:nvPr/>
        </p:nvCxnSpPr>
        <p:spPr>
          <a:xfrm>
            <a:off x="8510631" y="4629751"/>
            <a:ext cx="0" cy="1327006"/>
          </a:xfrm>
          <a:prstGeom prst="line">
            <a:avLst/>
          </a:prstGeom>
          <a:ln w="190500">
            <a:solidFill>
              <a:srgbClr val="AB5D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A2BC876B-593A-CE7F-ACE6-A07FE6FBFA8D}"/>
              </a:ext>
            </a:extLst>
          </p:cNvPr>
          <p:cNvCxnSpPr>
            <a:cxnSpLocks/>
          </p:cNvCxnSpPr>
          <p:nvPr/>
        </p:nvCxnSpPr>
        <p:spPr>
          <a:xfrm flipH="1">
            <a:off x="8152598" y="4552146"/>
            <a:ext cx="616017" cy="0"/>
          </a:xfrm>
          <a:prstGeom prst="line">
            <a:avLst/>
          </a:prstGeom>
          <a:ln w="190500">
            <a:solidFill>
              <a:srgbClr val="AB5D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3</cp:revision>
  <dcterms:created xsi:type="dcterms:W3CDTF">2022-09-15T06:15:25Z</dcterms:created>
  <dcterms:modified xsi:type="dcterms:W3CDTF">2025-07-10T12:45:26Z</dcterms:modified>
</cp:coreProperties>
</file>