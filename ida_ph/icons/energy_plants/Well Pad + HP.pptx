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57" d="100"/>
          <a:sy n="57" d="100"/>
        </p:scale>
        <p:origin x="39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6DD08F3A-D840-40BA-AA8A-7B71364F2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365" y="715615"/>
            <a:ext cx="3055301" cy="5207013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298444E2-D02A-4BC8-A098-E05DF5204967}"/>
              </a:ext>
            </a:extLst>
          </p:cNvPr>
          <p:cNvSpPr/>
          <p:nvPr/>
        </p:nvSpPr>
        <p:spPr>
          <a:xfrm>
            <a:off x="523837" y="845703"/>
            <a:ext cx="8154573" cy="5050356"/>
          </a:xfrm>
          <a:prstGeom prst="rect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946533AE-3C21-F2E9-82F7-6F7B76E96DD3}"/>
              </a:ext>
            </a:extLst>
          </p:cNvPr>
          <p:cNvGrpSpPr/>
          <p:nvPr/>
        </p:nvGrpSpPr>
        <p:grpSpPr>
          <a:xfrm>
            <a:off x="4684905" y="1684143"/>
            <a:ext cx="3269955" cy="3269955"/>
            <a:chOff x="2549907" y="1406907"/>
            <a:chExt cx="4044185" cy="4044185"/>
          </a:xfrm>
        </p:grpSpPr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433A88F7-AFB1-D3F2-3077-F539DDE1F751}"/>
                </a:ext>
              </a:extLst>
            </p:cNvPr>
            <p:cNvSpPr txBox="1"/>
            <p:nvPr/>
          </p:nvSpPr>
          <p:spPr>
            <a:xfrm>
              <a:off x="2983997" y="1843948"/>
              <a:ext cx="3176004" cy="31593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AT" sz="16000" b="1" dirty="0">
                  <a:solidFill>
                    <a:srgbClr val="FF0000"/>
                  </a:solidFill>
                </a:rPr>
                <a:t>HP</a:t>
              </a:r>
              <a:endParaRPr lang="en-US" sz="16000" b="1" dirty="0">
                <a:solidFill>
                  <a:srgbClr val="FF0000"/>
                </a:solidFill>
              </a:endParaRPr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50A7F21B-9291-1A11-EBBB-DF3156FDB5FF}"/>
                </a:ext>
              </a:extLst>
            </p:cNvPr>
            <p:cNvSpPr/>
            <p:nvPr/>
          </p:nvSpPr>
          <p:spPr>
            <a:xfrm>
              <a:off x="2549907" y="1406907"/>
              <a:ext cx="4044185" cy="4044185"/>
            </a:xfrm>
            <a:prstGeom prst="ellipse">
              <a:avLst/>
            </a:prstGeom>
            <a:noFill/>
            <a:ln w="2540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</Words>
  <Application>Microsoft Office PowerPoint</Application>
  <PresentationFormat>Bildschirmpräsentation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20</cp:revision>
  <dcterms:created xsi:type="dcterms:W3CDTF">2021-07-05T08:13:43Z</dcterms:created>
  <dcterms:modified xsi:type="dcterms:W3CDTF">2022-09-27T14:03:14Z</dcterms:modified>
</cp:coreProperties>
</file>