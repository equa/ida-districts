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DBE2D57-A3E1-45E4-AD2F-D9ADEFC23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64" t="7007" r="7910" b="14473"/>
          <a:stretch/>
        </p:blipFill>
        <p:spPr>
          <a:xfrm>
            <a:off x="1704958" y="883403"/>
            <a:ext cx="5389392" cy="528104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15</cp:revision>
  <dcterms:created xsi:type="dcterms:W3CDTF">2021-07-05T08:13:43Z</dcterms:created>
  <dcterms:modified xsi:type="dcterms:W3CDTF">2021-08-26T07:10:34Z</dcterms:modified>
</cp:coreProperties>
</file>